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2" r:id="rId1"/>
  </p:sldMasterIdLst>
  <p:sldIdLst>
    <p:sldId id="256" r:id="rId2"/>
    <p:sldId id="257" r:id="rId3"/>
    <p:sldId id="259" r:id="rId4"/>
    <p:sldId id="346" r:id="rId5"/>
    <p:sldId id="347" r:id="rId6"/>
    <p:sldId id="258" r:id="rId7"/>
    <p:sldId id="302" r:id="rId8"/>
    <p:sldId id="303" r:id="rId9"/>
    <p:sldId id="266" r:id="rId10"/>
    <p:sldId id="263" r:id="rId11"/>
    <p:sldId id="264" r:id="rId12"/>
    <p:sldId id="267" r:id="rId13"/>
    <p:sldId id="305" r:id="rId14"/>
    <p:sldId id="269" r:id="rId15"/>
    <p:sldId id="306" r:id="rId16"/>
    <p:sldId id="270" r:id="rId17"/>
    <p:sldId id="271" r:id="rId18"/>
    <p:sldId id="272" r:id="rId19"/>
    <p:sldId id="273" r:id="rId20"/>
    <p:sldId id="279" r:id="rId21"/>
    <p:sldId id="307" r:id="rId22"/>
    <p:sldId id="278" r:id="rId23"/>
    <p:sldId id="280" r:id="rId24"/>
    <p:sldId id="281" r:id="rId25"/>
    <p:sldId id="308" r:id="rId26"/>
    <p:sldId id="304" r:id="rId27"/>
    <p:sldId id="287" r:id="rId28"/>
    <p:sldId id="289" r:id="rId29"/>
    <p:sldId id="290" r:id="rId30"/>
    <p:sldId id="291" r:id="rId31"/>
    <p:sldId id="292" r:id="rId32"/>
    <p:sldId id="293" r:id="rId33"/>
    <p:sldId id="294" r:id="rId34"/>
    <p:sldId id="295" r:id="rId35"/>
    <p:sldId id="296" r:id="rId36"/>
    <p:sldId id="297" r:id="rId37"/>
    <p:sldId id="298" r:id="rId38"/>
    <p:sldId id="299" r:id="rId39"/>
    <p:sldId id="300" r:id="rId40"/>
    <p:sldId id="286"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9" d="100"/>
          <a:sy n="59" d="100"/>
        </p:scale>
        <p:origin x="150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Isosceles Triangle 6"/>
          <p:cNvSpPr/>
          <p:nvPr/>
        </p:nvSpPr>
        <p:spPr>
          <a:xfrm rot="16200000">
            <a:off x="7554353" y="5254283"/>
            <a:ext cx="1892949" cy="1294228"/>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540544" y="776288"/>
            <a:ext cx="8062912" cy="1470025"/>
          </a:xfrm>
        </p:spPr>
        <p:txBody>
          <a:bodyPr anchor="b">
            <a:normAutofit/>
          </a:bodyPr>
          <a:lstStyle>
            <a:lvl1pPr algn="r">
              <a:defRPr sz="4400"/>
            </a:lvl1pPr>
          </a:lstStyle>
          <a:p>
            <a:r>
              <a:rPr kumimoji="0" lang="en-US"/>
              <a:t>Click to edit Master title style</a:t>
            </a:r>
          </a:p>
        </p:txBody>
      </p:sp>
      <p:sp>
        <p:nvSpPr>
          <p:cNvPr id="9" name="Subtitle 8"/>
          <p:cNvSpPr>
            <a:spLocks noGrp="1"/>
          </p:cNvSpPr>
          <p:nvPr>
            <p:ph type="subTitle" idx="1"/>
          </p:nvPr>
        </p:nvSpPr>
        <p:spPr>
          <a:xfrm>
            <a:off x="540544" y="2250280"/>
            <a:ext cx="8062912" cy="1752600"/>
          </a:xfrm>
        </p:spPr>
        <p:txBody>
          <a:bodyPr/>
          <a:lstStyle>
            <a:lvl1pPr marL="0" marR="36576" indent="0" algn="r">
              <a:spcBef>
                <a:spcPts val="0"/>
              </a:spcBef>
              <a:buNone/>
              <a:defRPr>
                <a:ln>
                  <a:solidFill>
                    <a:schemeClr val="bg2"/>
                  </a:solidFill>
                </a:ln>
                <a:solidFill>
                  <a:schemeClr val="tx1">
                    <a:tint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1371600" y="6012656"/>
            <a:ext cx="5791200" cy="365125"/>
          </a:xfrm>
        </p:spPr>
        <p:txBody>
          <a:bodyPr tIns="0" bIns="0" anchor="t"/>
          <a:lstStyle>
            <a:lvl1pPr algn="r">
              <a:defRPr sz="1000"/>
            </a:lvl1pPr>
          </a:lstStyle>
          <a:p>
            <a:fld id="{5FCE40A9-790B-4CDE-A136-F573A2DC63D3}" type="datetimeFigureOut">
              <a:rPr lang="en-US" smtClean="0"/>
              <a:pPr/>
              <a:t>8/29/2023</a:t>
            </a:fld>
            <a:endParaRPr lang="en-US"/>
          </a:p>
        </p:txBody>
      </p:sp>
      <p:sp>
        <p:nvSpPr>
          <p:cNvPr id="17" name="Footer Placeholder 16"/>
          <p:cNvSpPr>
            <a:spLocks noGrp="1"/>
          </p:cNvSpPr>
          <p:nvPr>
            <p:ph type="ftr" sz="quarter" idx="11"/>
          </p:nvPr>
        </p:nvSpPr>
        <p:spPr>
          <a:xfrm>
            <a:off x="1371600" y="5650704"/>
            <a:ext cx="5791200" cy="365125"/>
          </a:xfrm>
        </p:spPr>
        <p:txBody>
          <a:bodyPr tIns="0" bIns="0" anchor="b"/>
          <a:lstStyle>
            <a:lvl1pPr algn="r">
              <a:defRPr sz="1100"/>
            </a:lvl1pPr>
          </a:lstStyle>
          <a:p>
            <a:endParaRPr lang="en-US"/>
          </a:p>
        </p:txBody>
      </p:sp>
      <p:sp>
        <p:nvSpPr>
          <p:cNvPr id="29" name="Slide Number Placeholder 28"/>
          <p:cNvSpPr>
            <a:spLocks noGrp="1"/>
          </p:cNvSpPr>
          <p:nvPr>
            <p:ph type="sldNum" sz="quarter" idx="12"/>
          </p:nvPr>
        </p:nvSpPr>
        <p:spPr>
          <a:xfrm>
            <a:off x="8392247" y="5752307"/>
            <a:ext cx="502920" cy="365125"/>
          </a:xfrm>
        </p:spPr>
        <p:txBody>
          <a:bodyPr anchor="ctr"/>
          <a:lstStyle>
            <a:lvl1pPr algn="ctr">
              <a:defRPr sz="1300">
                <a:solidFill>
                  <a:srgbClr val="FFFFFF"/>
                </a:solidFill>
              </a:defRPr>
            </a:lvl1pPr>
          </a:lstStyle>
          <a:p>
            <a:fld id="{1F725DE9-1725-4B7E-8859-0F9D5D3954FD}"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67494"/>
            <a:ext cx="8229600" cy="1399032"/>
          </a:xfrm>
        </p:spPr>
        <p:txBody>
          <a:bodyPr/>
          <a:lstStyle/>
          <a:p>
            <a:r>
              <a:rPr kumimoji="0" lang="en-US"/>
              <a:t>Click to edit Master title style</a:t>
            </a:r>
          </a:p>
        </p:txBody>
      </p:sp>
      <p:sp>
        <p:nvSpPr>
          <p:cNvPr id="3" name="Content Placeholder 2"/>
          <p:cNvSpPr>
            <a:spLocks noGrp="1"/>
          </p:cNvSpPr>
          <p:nvPr>
            <p:ph idx="1"/>
          </p:nvPr>
        </p:nvSpPr>
        <p:spPr>
          <a:xfrm>
            <a:off x="457200" y="1882808"/>
            <a:ext cx="8229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4791456" y="6480048"/>
            <a:ext cx="2133600" cy="301752"/>
          </a:xfrm>
        </p:spPr>
        <p:txBody>
          <a:bodyPr/>
          <a:lstStyle/>
          <a:p>
            <a:fld id="{5FCE40A9-790B-4CDE-A136-F573A2DC63D3}" type="datetimeFigureOut">
              <a:rPr lang="en-US" smtClean="0"/>
              <a:pPr/>
              <a:t>8/29/2023</a:t>
            </a:fld>
            <a:endParaRPr lang="en-US"/>
          </a:p>
        </p:txBody>
      </p:sp>
      <p:sp>
        <p:nvSpPr>
          <p:cNvPr id="5" name="Footer Placeholder 4"/>
          <p:cNvSpPr>
            <a:spLocks noGrp="1"/>
          </p:cNvSpPr>
          <p:nvPr>
            <p:ph type="ftr" sz="quarter" idx="11"/>
          </p:nvPr>
        </p:nvSpPr>
        <p:spPr>
          <a:xfrm>
            <a:off x="457200" y="6480969"/>
            <a:ext cx="4260056" cy="300831"/>
          </a:xfrm>
        </p:spPr>
        <p:txBody>
          <a:bodyPr/>
          <a:lstStyle/>
          <a:p>
            <a:endParaRPr lang="en-US"/>
          </a:p>
        </p:txBody>
      </p:sp>
      <p:sp>
        <p:nvSpPr>
          <p:cNvPr id="6" name="Slide Number Placeholder 5"/>
          <p:cNvSpPr>
            <a:spLocks noGrp="1"/>
          </p:cNvSpPr>
          <p:nvPr>
            <p:ph type="sldNum" sz="quarter" idx="12"/>
          </p:nvPr>
        </p:nvSpPr>
        <p:spPr/>
        <p:txBody>
          <a:bodyPr/>
          <a:lstStyle/>
          <a:p>
            <a:fld id="{1F725DE9-1725-4B7E-8859-0F9D5D3954F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1"/>
      </p:bgRef>
    </p:bg>
    <p:spTree>
      <p:nvGrpSpPr>
        <p:cNvPr id="1" name=""/>
        <p:cNvGrpSpPr/>
        <p:nvPr/>
      </p:nvGrpSpPr>
      <p:grpSpPr>
        <a:xfrm>
          <a:off x="0" y="0"/>
          <a:ext cx="0" cy="0"/>
          <a:chOff x="0" y="0"/>
          <a:chExt cx="0" cy="0"/>
        </a:xfrm>
      </p:grpSpPr>
      <p:sp>
        <p:nvSpPr>
          <p:cNvPr id="9" name="Right Triangle 8"/>
          <p:cNvSpPr/>
          <p:nvPr/>
        </p:nvSpPr>
        <p:spPr>
          <a:xfrm flipV="1">
            <a:off x="7034" y="7034"/>
            <a:ext cx="9129932" cy="6836899"/>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algn="ctr" defTabSz="914400" rtl="0" eaLnBrk="1" latinLnBrk="0" hangingPunct="1"/>
            <a:endParaRPr kumimoji="0" lang="en-US" sz="1800" kern="1200">
              <a:solidFill>
                <a:schemeClr val="lt1"/>
              </a:solidFill>
              <a:latin typeface="+mn-lt"/>
              <a:ea typeface="+mn-ea"/>
              <a:cs typeface="+mn-cs"/>
            </a:endParaRPr>
          </a:p>
        </p:txBody>
      </p:sp>
      <p:sp>
        <p:nvSpPr>
          <p:cNvPr id="8" name="Isosceles Triangle 7"/>
          <p:cNvSpPr/>
          <p:nvPr/>
        </p:nvSpPr>
        <p:spPr>
          <a:xfrm rot="5400000" flipV="1">
            <a:off x="7554353" y="309490"/>
            <a:ext cx="1892949" cy="1294228"/>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 name="Date Placeholder 3"/>
          <p:cNvSpPr>
            <a:spLocks noGrp="1"/>
          </p:cNvSpPr>
          <p:nvPr>
            <p:ph type="dt" sz="half" idx="10"/>
          </p:nvPr>
        </p:nvSpPr>
        <p:spPr>
          <a:xfrm>
            <a:off x="6955632" y="6477000"/>
            <a:ext cx="2133600" cy="304800"/>
          </a:xfrm>
        </p:spPr>
        <p:txBody>
          <a:bodyPr/>
          <a:lstStyle/>
          <a:p>
            <a:fld id="{5FCE40A9-790B-4CDE-A136-F573A2DC63D3}" type="datetimeFigureOut">
              <a:rPr lang="en-US" smtClean="0"/>
              <a:pPr/>
              <a:t>8/29/2023</a:t>
            </a:fld>
            <a:endParaRPr lang="en-US"/>
          </a:p>
        </p:txBody>
      </p:sp>
      <p:sp>
        <p:nvSpPr>
          <p:cNvPr id="5" name="Footer Placeholder 4"/>
          <p:cNvSpPr>
            <a:spLocks noGrp="1"/>
          </p:cNvSpPr>
          <p:nvPr>
            <p:ph type="ftr" sz="quarter" idx="11"/>
          </p:nvPr>
        </p:nvSpPr>
        <p:spPr>
          <a:xfrm>
            <a:off x="2619376" y="6480969"/>
            <a:ext cx="4260056" cy="300831"/>
          </a:xfrm>
        </p:spPr>
        <p:txBody>
          <a:bodyPr/>
          <a:lstStyle/>
          <a:p>
            <a:endParaRPr lang="en-US"/>
          </a:p>
        </p:txBody>
      </p:sp>
      <p:sp>
        <p:nvSpPr>
          <p:cNvPr id="6" name="Slide Number Placeholder 5"/>
          <p:cNvSpPr>
            <a:spLocks noGrp="1"/>
          </p:cNvSpPr>
          <p:nvPr>
            <p:ph type="sldNum" sz="quarter" idx="12"/>
          </p:nvPr>
        </p:nvSpPr>
        <p:spPr>
          <a:xfrm>
            <a:off x="8451056" y="809624"/>
            <a:ext cx="502920" cy="300831"/>
          </a:xfrm>
        </p:spPr>
        <p:txBody>
          <a:bodyPr/>
          <a:lstStyle/>
          <a:p>
            <a:fld id="{1F725DE9-1725-4B7E-8859-0F9D5D3954FD}" type="slidenum">
              <a:rPr lang="en-US" smtClean="0"/>
              <a:pPr/>
              <a:t>‹#›</a:t>
            </a:fld>
            <a:endParaRPr lang="en-US"/>
          </a:p>
        </p:txBody>
      </p:sp>
      <p:cxnSp>
        <p:nvCxnSpPr>
          <p:cNvPr id="11" name="Straight Connector 10"/>
          <p:cNvCxnSpPr/>
          <p:nvPr/>
        </p:nvCxnSpPr>
        <p:spPr>
          <a:xfrm rot="10800000">
            <a:off x="6468794" y="9381"/>
            <a:ext cx="2672861" cy="1900210"/>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V="1">
            <a:off x="0" y="7034"/>
            <a:ext cx="9136966" cy="6843933"/>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381000" y="271464"/>
            <a:ext cx="7239000" cy="1362075"/>
          </a:xfrm>
        </p:spPr>
        <p:txBody>
          <a:bodyPr anchor="ctr"/>
          <a:lstStyle>
            <a:lvl1pPr marL="0" algn="l">
              <a:buNone/>
              <a:defRPr sz="3600" b="1" cap="none" baseline="0"/>
            </a:lvl1pPr>
          </a:lstStyle>
          <a:p>
            <a:r>
              <a:rPr kumimoji="0" lang="en-US"/>
              <a:t>Click to edit Master title style</a:t>
            </a:r>
          </a:p>
        </p:txBody>
      </p:sp>
      <p:sp>
        <p:nvSpPr>
          <p:cNvPr id="3" name="Text Placeholder 2"/>
          <p:cNvSpPr>
            <a:spLocks noGrp="1"/>
          </p:cNvSpPr>
          <p:nvPr>
            <p:ph type="body" idx="1"/>
          </p:nvPr>
        </p:nvSpPr>
        <p:spPr>
          <a:xfrm>
            <a:off x="381000" y="1633536"/>
            <a:ext cx="3886200" cy="2286000"/>
          </a:xfrm>
        </p:spPr>
        <p:txBody>
          <a:bodyPr anchor="t"/>
          <a:lstStyle>
            <a:lvl1pPr marL="54864" indent="0" algn="l">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lgn="l">
              <a:defRPr/>
            </a:lvl1pPr>
          </a:lstStyle>
          <a:p>
            <a:r>
              <a:rPr kumimoji="0" lang="en-US"/>
              <a:t>Click to edit Master title style</a:t>
            </a:r>
          </a:p>
        </p:txBody>
      </p:sp>
      <p:sp>
        <p:nvSpPr>
          <p:cNvPr id="3" name="Content Placeholder 2"/>
          <p:cNvSpPr>
            <a:spLocks noGrp="1"/>
          </p:cNvSpPr>
          <p:nvPr>
            <p:ph sz="half" idx="1"/>
          </p:nvPr>
        </p:nvSpPr>
        <p:spPr>
          <a:xfrm>
            <a:off x="457200" y="1722437"/>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722437"/>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4791456" y="6480969"/>
            <a:ext cx="2133600" cy="301752"/>
          </a:xfrm>
        </p:spPr>
        <p:txBody>
          <a:bodyPr/>
          <a:lstStyle/>
          <a:p>
            <a:fld id="{5FCE40A9-790B-4CDE-A136-F573A2DC63D3}" type="datetimeFigureOut">
              <a:rPr lang="en-US" smtClean="0"/>
              <a:pPr/>
              <a:t>8/29/2023</a:t>
            </a:fld>
            <a:endParaRPr lang="en-US"/>
          </a:p>
        </p:txBody>
      </p:sp>
      <p:sp>
        <p:nvSpPr>
          <p:cNvPr id="6" name="Footer Placeholder 5"/>
          <p:cNvSpPr>
            <a:spLocks noGrp="1"/>
          </p:cNvSpPr>
          <p:nvPr>
            <p:ph type="ftr" sz="quarter" idx="11"/>
          </p:nvPr>
        </p:nvSpPr>
        <p:spPr>
          <a:xfrm>
            <a:off x="457200" y="6480969"/>
            <a:ext cx="4260056" cy="301752"/>
          </a:xfrm>
        </p:spPr>
        <p:txBody>
          <a:bodyPr/>
          <a:lstStyle/>
          <a:p>
            <a:endParaRPr lang="en-US"/>
          </a:p>
        </p:txBody>
      </p:sp>
      <p:sp>
        <p:nvSpPr>
          <p:cNvPr id="7" name="Slide Number Placeholder 6"/>
          <p:cNvSpPr>
            <a:spLocks noGrp="1"/>
          </p:cNvSpPr>
          <p:nvPr>
            <p:ph type="sldNum" sz="quarter" idx="12"/>
          </p:nvPr>
        </p:nvSpPr>
        <p:spPr>
          <a:xfrm>
            <a:off x="7589520" y="6480969"/>
            <a:ext cx="502920" cy="301752"/>
          </a:xfrm>
        </p:spPr>
        <p:txBody>
          <a:bodyPr/>
          <a:lstStyle/>
          <a:p>
            <a:fld id="{1F725DE9-1725-4B7E-8859-0F9D5D3954F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48198" y="290732"/>
            <a:ext cx="1066800" cy="6153912"/>
          </a:xfrm>
        </p:spPr>
        <p:txBody>
          <a:bodyPr vert="vert270" anchor="b"/>
          <a:lstStyle>
            <a:lvl1pPr marL="0" algn="ctr">
              <a:defRPr sz="3300" b="1">
                <a:ln w="6350">
                  <a:solidFill>
                    <a:schemeClr val="tx1"/>
                  </a:solidFill>
                </a:ln>
                <a:solidFill>
                  <a:schemeClr val="tx1"/>
                </a:solidFill>
              </a:defRPr>
            </a:lvl1pPr>
          </a:lstStyle>
          <a:p>
            <a:r>
              <a:rPr kumimoji="0" lang="en-US"/>
              <a:t>Click to edit Master title style</a:t>
            </a:r>
          </a:p>
        </p:txBody>
      </p:sp>
      <p:sp>
        <p:nvSpPr>
          <p:cNvPr id="3" name="Text Placeholder 2"/>
          <p:cNvSpPr>
            <a:spLocks noGrp="1"/>
          </p:cNvSpPr>
          <p:nvPr>
            <p:ph type="body" idx="1"/>
          </p:nvPr>
        </p:nvSpPr>
        <p:spPr>
          <a:xfrm>
            <a:off x="1365006" y="290732"/>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1365006" y="3427124"/>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2022230" y="290732"/>
            <a:ext cx="6858000" cy="3017520"/>
          </a:xfrm>
        </p:spPr>
        <p:txBody>
          <a:bodyPr/>
          <a:lstStyle>
            <a:lvl1pPr algn="l">
              <a:defRPr sz="2400"/>
            </a:lvl1pPr>
            <a:lvl2pPr algn="l">
              <a:defRPr sz="2000"/>
            </a:lvl2pPr>
            <a:lvl3pPr algn="l">
              <a:defRPr sz="1800"/>
            </a:lvl3pPr>
            <a:lvl4pPr algn="l">
              <a:defRPr sz="1600"/>
            </a:lvl4pPr>
            <a:lvl5pPr algn="l">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2022230" y="3427124"/>
            <a:ext cx="6858000" cy="3017520"/>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a:xfrm>
            <a:off x="4791456" y="6480969"/>
            <a:ext cx="2130552" cy="301752"/>
          </a:xfrm>
        </p:spPr>
        <p:txBody>
          <a:bodyPr/>
          <a:lstStyle/>
          <a:p>
            <a:fld id="{5FCE40A9-790B-4CDE-A136-F573A2DC63D3}" type="datetimeFigureOut">
              <a:rPr lang="en-US" smtClean="0"/>
              <a:pPr/>
              <a:t>8/29/2023</a:t>
            </a:fld>
            <a:endParaRPr lang="en-US"/>
          </a:p>
        </p:txBody>
      </p:sp>
      <p:sp>
        <p:nvSpPr>
          <p:cNvPr id="8" name="Footer Placeholder 7"/>
          <p:cNvSpPr>
            <a:spLocks noGrp="1"/>
          </p:cNvSpPr>
          <p:nvPr>
            <p:ph type="ftr" sz="quarter" idx="11"/>
          </p:nvPr>
        </p:nvSpPr>
        <p:spPr>
          <a:xfrm>
            <a:off x="457200" y="6480969"/>
            <a:ext cx="4261104" cy="301752"/>
          </a:xfrm>
        </p:spPr>
        <p:txBody>
          <a:bodyPr/>
          <a:lstStyle/>
          <a:p>
            <a:endParaRPr lang="en-US"/>
          </a:p>
        </p:txBody>
      </p:sp>
      <p:sp>
        <p:nvSpPr>
          <p:cNvPr id="9" name="Slide Number Placeholder 8"/>
          <p:cNvSpPr>
            <a:spLocks noGrp="1"/>
          </p:cNvSpPr>
          <p:nvPr>
            <p:ph type="sldNum" sz="quarter" idx="12"/>
          </p:nvPr>
        </p:nvSpPr>
        <p:spPr>
          <a:xfrm>
            <a:off x="7589520" y="6483096"/>
            <a:ext cx="502920" cy="301752"/>
          </a:xfrm>
        </p:spPr>
        <p:txBody>
          <a:bodyPr/>
          <a:lstStyle>
            <a:lvl1pPr algn="ctr">
              <a:defRPr/>
            </a:lvl1pPr>
          </a:lstStyle>
          <a:p>
            <a:fld id="{1F725DE9-1725-4B7E-8859-0F9D5D3954FD}"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lvl1pPr>
          </a:lstStyle>
          <a:p>
            <a:r>
              <a:rPr kumimoji="0" lang="en-US"/>
              <a:t>Click to edit Master title style</a:t>
            </a:r>
          </a:p>
        </p:txBody>
      </p:sp>
      <p:sp>
        <p:nvSpPr>
          <p:cNvPr id="3" name="Date Placeholder 2"/>
          <p:cNvSpPr>
            <a:spLocks noGrp="1"/>
          </p:cNvSpPr>
          <p:nvPr>
            <p:ph type="dt" sz="half" idx="10"/>
          </p:nvPr>
        </p:nvSpPr>
        <p:spPr/>
        <p:txBody>
          <a:bodyPr/>
          <a:lstStyle/>
          <a:p>
            <a:fld id="{5FCE40A9-790B-4CDE-A136-F573A2DC63D3}" type="datetimeFigureOut">
              <a:rPr lang="en-US" smtClean="0"/>
              <a:pPr/>
              <a:t>8/29/2023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725DE9-1725-4B7E-8859-0F9D5D3954F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791456" y="6480969"/>
            <a:ext cx="2133600" cy="301752"/>
          </a:xfrm>
        </p:spPr>
        <p:txBody>
          <a:bodyPr/>
          <a:lstStyle/>
          <a:p>
            <a:fld id="{5FCE40A9-790B-4CDE-A136-F573A2DC63D3}" type="datetimeFigureOut">
              <a:rPr lang="en-US" smtClean="0"/>
              <a:pPr/>
              <a:t>8/29/2023</a:t>
            </a:fld>
            <a:endParaRPr lang="en-US"/>
          </a:p>
        </p:txBody>
      </p:sp>
      <p:sp>
        <p:nvSpPr>
          <p:cNvPr id="3" name="Footer Placeholder 2"/>
          <p:cNvSpPr>
            <a:spLocks noGrp="1"/>
          </p:cNvSpPr>
          <p:nvPr>
            <p:ph type="ftr" sz="quarter" idx="11"/>
          </p:nvPr>
        </p:nvSpPr>
        <p:spPr>
          <a:xfrm>
            <a:off x="457200" y="6481890"/>
            <a:ext cx="4260056" cy="300831"/>
          </a:xfrm>
        </p:spPr>
        <p:txBody>
          <a:bodyPr/>
          <a:lstStyle/>
          <a:p>
            <a:endParaRPr lang="en-US"/>
          </a:p>
        </p:txBody>
      </p:sp>
      <p:sp>
        <p:nvSpPr>
          <p:cNvPr id="4" name="Slide Number Placeholder 3"/>
          <p:cNvSpPr>
            <a:spLocks noGrp="1"/>
          </p:cNvSpPr>
          <p:nvPr>
            <p:ph type="sldNum" sz="quarter" idx="12"/>
          </p:nvPr>
        </p:nvSpPr>
        <p:spPr>
          <a:xfrm>
            <a:off x="7589520" y="6480969"/>
            <a:ext cx="502920" cy="301752"/>
          </a:xfrm>
        </p:spPr>
        <p:txBody>
          <a:bodyPr/>
          <a:lstStyle/>
          <a:p>
            <a:fld id="{1F725DE9-1725-4B7E-8859-0F9D5D3954F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19456" y="367664"/>
            <a:ext cx="914400" cy="5943600"/>
          </a:xfrm>
        </p:spPr>
        <p:txBody>
          <a:bodyPr vert="vert270" anchor="b"/>
          <a:lstStyle>
            <a:lvl1pPr marL="0" marR="18288" algn="r">
              <a:spcBef>
                <a:spcPts val="0"/>
              </a:spcBef>
              <a:buNone/>
              <a:defRPr sz="2900" b="0" cap="all" baseline="0"/>
            </a:lvl1pPr>
          </a:lstStyle>
          <a:p>
            <a:r>
              <a:rPr kumimoji="0" lang="en-US"/>
              <a:t>Click to edit Master title style</a:t>
            </a:r>
          </a:p>
        </p:txBody>
      </p:sp>
      <p:sp>
        <p:nvSpPr>
          <p:cNvPr id="3" name="Text Placeholder 2"/>
          <p:cNvSpPr>
            <a:spLocks noGrp="1"/>
          </p:cNvSpPr>
          <p:nvPr>
            <p:ph type="body" idx="2"/>
          </p:nvPr>
        </p:nvSpPr>
        <p:spPr>
          <a:xfrm>
            <a:off x="1135856" y="367664"/>
            <a:ext cx="2438400" cy="5943600"/>
          </a:xfrm>
        </p:spPr>
        <p:txBody>
          <a:bodyPr anchor="t"/>
          <a:lstStyle>
            <a:lvl1pPr marL="0" indent="0">
              <a:spcBef>
                <a:spcPts val="0"/>
              </a:spcBef>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651250" y="320040"/>
            <a:ext cx="5276088" cy="5989320"/>
          </a:xfrm>
        </p:spPr>
        <p:txBody>
          <a:bodyPr/>
          <a:lstStyle>
            <a:lvl1pPr>
              <a:spcBef>
                <a:spcPts val="0"/>
              </a:spcBef>
              <a:defRPr sz="3000"/>
            </a:lvl1pPr>
            <a:lvl2pPr>
              <a:defRPr sz="26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278976" y="6556248"/>
            <a:ext cx="2133600" cy="301752"/>
          </a:xfrm>
        </p:spPr>
        <p:txBody>
          <a:bodyPr/>
          <a:lstStyle>
            <a:lvl1pPr>
              <a:defRPr sz="900"/>
            </a:lvl1pPr>
          </a:lstStyle>
          <a:p>
            <a:fld id="{5FCE40A9-790B-4CDE-A136-F573A2DC63D3}" type="datetimeFigureOut">
              <a:rPr lang="en-US" smtClean="0"/>
              <a:pPr/>
              <a:t>8/29/2023</a:t>
            </a:fld>
            <a:endParaRPr lang="en-US"/>
          </a:p>
        </p:txBody>
      </p:sp>
      <p:sp>
        <p:nvSpPr>
          <p:cNvPr id="6" name="Footer Placeholder 5"/>
          <p:cNvSpPr>
            <a:spLocks noGrp="1"/>
          </p:cNvSpPr>
          <p:nvPr>
            <p:ph type="ftr" sz="quarter" idx="11"/>
          </p:nvPr>
        </p:nvSpPr>
        <p:spPr>
          <a:xfrm>
            <a:off x="1135856" y="6556248"/>
            <a:ext cx="5143120" cy="301752"/>
          </a:xfrm>
        </p:spPr>
        <p:txBody>
          <a:bodyPr/>
          <a:lstStyle>
            <a:lvl1pPr>
              <a:defRPr sz="900"/>
            </a:lvl1pPr>
          </a:lstStyle>
          <a:p>
            <a:endParaRPr lang="en-US"/>
          </a:p>
        </p:txBody>
      </p:sp>
      <p:sp>
        <p:nvSpPr>
          <p:cNvPr id="7" name="Slide Number Placeholder 6"/>
          <p:cNvSpPr>
            <a:spLocks noGrp="1"/>
          </p:cNvSpPr>
          <p:nvPr>
            <p:ph type="sldNum" sz="quarter" idx="12"/>
          </p:nvPr>
        </p:nvSpPr>
        <p:spPr>
          <a:xfrm>
            <a:off x="8410576" y="6556248"/>
            <a:ext cx="502920" cy="301752"/>
          </a:xfrm>
        </p:spPr>
        <p:txBody>
          <a:bodyPr/>
          <a:lstStyle>
            <a:lvl1pPr>
              <a:defRPr sz="900"/>
            </a:lvl1pPr>
          </a:lstStyle>
          <a:p>
            <a:fld id="{1F725DE9-1725-4B7E-8859-0F9D5D3954FD}"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19456" y="150896"/>
            <a:ext cx="914400" cy="6400800"/>
          </a:xfrm>
        </p:spPr>
        <p:txBody>
          <a:bodyPr vert="vert270" anchor="b"/>
          <a:lstStyle>
            <a:lvl1pPr marL="0" algn="l">
              <a:buNone/>
              <a:defRPr sz="3000" b="0" cap="all" baseline="0"/>
            </a:lvl1pPr>
          </a:lstStyle>
          <a:p>
            <a:r>
              <a:rPr kumimoji="0" lang="en-US"/>
              <a:t>Click to edit Master title style</a:t>
            </a:r>
          </a:p>
        </p:txBody>
      </p:sp>
      <p:sp>
        <p:nvSpPr>
          <p:cNvPr id="3" name="Picture Placeholder 2"/>
          <p:cNvSpPr>
            <a:spLocks noGrp="1"/>
          </p:cNvSpPr>
          <p:nvPr>
            <p:ph type="pic" idx="1"/>
          </p:nvPr>
        </p:nvSpPr>
        <p:spPr>
          <a:xfrm>
            <a:off x="1138237" y="373966"/>
            <a:ext cx="7333488" cy="5486400"/>
          </a:xfrm>
          <a:solidFill>
            <a:schemeClr val="bg2">
              <a:shade val="50000"/>
            </a:schemeClr>
          </a:solidFill>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1143000" y="5867400"/>
            <a:ext cx="7333488" cy="685800"/>
          </a:xfrm>
          <a:solidFill>
            <a:schemeClr val="accent1">
              <a:alpha val="15000"/>
            </a:schemeClr>
          </a:solidFill>
          <a:ln>
            <a:solidFill>
              <a:schemeClr val="accent1"/>
            </a:solidFill>
            <a:miter lim="800000"/>
          </a:ln>
        </p:spPr>
        <p:txBody>
          <a:bodyPr/>
          <a:lstStyle>
            <a:lvl1pPr marL="0" indent="0">
              <a:spcBef>
                <a:spcPts val="0"/>
              </a:spcBef>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a:xfrm>
            <a:off x="6108192" y="6556248"/>
            <a:ext cx="2103120" cy="301752"/>
          </a:xfrm>
        </p:spPr>
        <p:txBody>
          <a:bodyPr/>
          <a:lstStyle>
            <a:lvl1pPr>
              <a:defRPr sz="900"/>
            </a:lvl1pPr>
          </a:lstStyle>
          <a:p>
            <a:fld id="{5FCE40A9-790B-4CDE-A136-F573A2DC63D3}" type="datetimeFigureOut">
              <a:rPr lang="en-US" smtClean="0"/>
              <a:pPr/>
              <a:t>8/29/2023</a:t>
            </a:fld>
            <a:endParaRPr lang="en-US"/>
          </a:p>
        </p:txBody>
      </p:sp>
      <p:sp>
        <p:nvSpPr>
          <p:cNvPr id="6" name="Footer Placeholder 5"/>
          <p:cNvSpPr>
            <a:spLocks noGrp="1"/>
          </p:cNvSpPr>
          <p:nvPr>
            <p:ph type="ftr" sz="quarter" idx="11"/>
          </p:nvPr>
        </p:nvSpPr>
        <p:spPr>
          <a:xfrm>
            <a:off x="1170432" y="6557169"/>
            <a:ext cx="4948072" cy="301752"/>
          </a:xfrm>
        </p:spPr>
        <p:txBody>
          <a:bodyPr/>
          <a:lstStyle>
            <a:lvl1pPr>
              <a:defRPr sz="900"/>
            </a:lvl1pPr>
          </a:lstStyle>
          <a:p>
            <a:endParaRPr lang="en-US"/>
          </a:p>
        </p:txBody>
      </p:sp>
      <p:sp>
        <p:nvSpPr>
          <p:cNvPr id="7" name="Slide Number Placeholder 6"/>
          <p:cNvSpPr>
            <a:spLocks noGrp="1"/>
          </p:cNvSpPr>
          <p:nvPr>
            <p:ph type="sldNum" sz="quarter" idx="12"/>
          </p:nvPr>
        </p:nvSpPr>
        <p:spPr>
          <a:xfrm>
            <a:off x="8217192" y="6556248"/>
            <a:ext cx="365760" cy="301752"/>
          </a:xfrm>
        </p:spPr>
        <p:txBody>
          <a:bodyPr/>
          <a:lstStyle>
            <a:lvl1pPr algn="ctr">
              <a:defRPr sz="900"/>
            </a:lvl1pPr>
          </a:lstStyle>
          <a:p>
            <a:fld id="{1F725DE9-1725-4B7E-8859-0F9D5D3954FD}"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FCE40A9-790B-4CDE-A136-F573A2DC63D3}" type="datetimeFigureOut">
              <a:rPr lang="en-US" smtClean="0"/>
              <a:pPr/>
              <a:t>8/29/2023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725DE9-1725-4B7E-8859-0F9D5D3954F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381000"/>
            <a:ext cx="1905000" cy="5486400"/>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381000"/>
            <a:ext cx="6248400" cy="548640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FCE40A9-790B-4CDE-A136-F573A2DC63D3}" type="datetimeFigureOut">
              <a:rPr lang="en-US" smtClean="0"/>
              <a:pPr/>
              <a:t>8/29/2023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725DE9-1725-4B7E-8859-0F9D5D3954F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1" name="Right Triangle 10"/>
          <p:cNvSpPr/>
          <p:nvPr/>
        </p:nvSpPr>
        <p:spPr>
          <a:xfrm>
            <a:off x="7034" y="14068"/>
            <a:ext cx="9129932" cy="6836899"/>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cxnSp>
        <p:nvCxnSpPr>
          <p:cNvPr id="8" name="Straight Connector 7"/>
          <p:cNvCxnSpPr/>
          <p:nvPr/>
        </p:nvCxnSpPr>
        <p:spPr>
          <a:xfrm>
            <a:off x="0" y="7034"/>
            <a:ext cx="9136966" cy="6843933"/>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rot="10800000" flipV="1">
            <a:off x="6468794" y="4948410"/>
            <a:ext cx="2672861" cy="1900210"/>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2" name="Title Placeholder 21"/>
          <p:cNvSpPr>
            <a:spLocks noGrp="1"/>
          </p:cNvSpPr>
          <p:nvPr>
            <p:ph type="title"/>
          </p:nvPr>
        </p:nvSpPr>
        <p:spPr>
          <a:xfrm>
            <a:off x="457200" y="267494"/>
            <a:ext cx="8229600" cy="1399032"/>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457200" y="1882808"/>
            <a:ext cx="8229600" cy="4572000"/>
          </a:xfrm>
          <a:prstGeom prst="rect">
            <a:avLst/>
          </a:prstGeom>
        </p:spPr>
        <p:txBody>
          <a:bodyPr vert="horz" anchor="t">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4791456" y="6480969"/>
            <a:ext cx="2133600" cy="301752"/>
          </a:xfrm>
          <a:prstGeom prst="rect">
            <a:avLst/>
          </a:prstGeom>
        </p:spPr>
        <p:txBody>
          <a:bodyPr vert="horz" anchor="b"/>
          <a:lstStyle>
            <a:lvl1pPr algn="l" eaLnBrk="1" latinLnBrk="0" hangingPunct="1">
              <a:defRPr kumimoji="0" sz="1000" b="0">
                <a:solidFill>
                  <a:schemeClr val="tx1"/>
                </a:solidFill>
              </a:defRPr>
            </a:lvl1pPr>
          </a:lstStyle>
          <a:p>
            <a:fld id="{5FCE40A9-790B-4CDE-A136-F573A2DC63D3}" type="datetimeFigureOut">
              <a:rPr lang="en-US" smtClean="0"/>
              <a:pPr/>
              <a:t>8/29/2023</a:t>
            </a:fld>
            <a:endParaRPr lang="en-US"/>
          </a:p>
        </p:txBody>
      </p:sp>
      <p:sp>
        <p:nvSpPr>
          <p:cNvPr id="3" name="Footer Placeholder 2"/>
          <p:cNvSpPr>
            <a:spLocks noGrp="1"/>
          </p:cNvSpPr>
          <p:nvPr>
            <p:ph type="ftr" sz="quarter" idx="3"/>
          </p:nvPr>
        </p:nvSpPr>
        <p:spPr>
          <a:xfrm>
            <a:off x="457200" y="6481890"/>
            <a:ext cx="4260056" cy="300831"/>
          </a:xfrm>
          <a:prstGeom prst="rect">
            <a:avLst/>
          </a:prstGeom>
        </p:spPr>
        <p:txBody>
          <a:bodyPr vert="horz" anchor="b"/>
          <a:lstStyle>
            <a:lvl1pPr algn="r" eaLnBrk="1" latinLnBrk="0" hangingPunct="1">
              <a:defRPr kumimoji="0" sz="1000">
                <a:solidFill>
                  <a:schemeClr val="tx1"/>
                </a:solidFill>
              </a:defRPr>
            </a:lvl1pPr>
          </a:lstStyle>
          <a:p>
            <a:endParaRPr lang="en-US"/>
          </a:p>
        </p:txBody>
      </p:sp>
      <p:sp>
        <p:nvSpPr>
          <p:cNvPr id="23" name="Slide Number Placeholder 22"/>
          <p:cNvSpPr>
            <a:spLocks noGrp="1"/>
          </p:cNvSpPr>
          <p:nvPr>
            <p:ph type="sldNum" sz="quarter" idx="4"/>
          </p:nvPr>
        </p:nvSpPr>
        <p:spPr>
          <a:xfrm>
            <a:off x="7589520" y="6480969"/>
            <a:ext cx="502920" cy="301752"/>
          </a:xfrm>
          <a:prstGeom prst="rect">
            <a:avLst/>
          </a:prstGeom>
        </p:spPr>
        <p:txBody>
          <a:bodyPr vert="horz" anchor="b"/>
          <a:lstStyle>
            <a:lvl1pPr algn="ctr" eaLnBrk="1" latinLnBrk="0" hangingPunct="1">
              <a:defRPr kumimoji="0" sz="1200">
                <a:solidFill>
                  <a:schemeClr val="tx1"/>
                </a:solidFill>
              </a:defRPr>
            </a:lvl1pPr>
          </a:lstStyle>
          <a:p>
            <a:fld id="{1F725DE9-1725-4B7E-8859-0F9D5D3954FD}" type="slidenum">
              <a:rPr lang="en-US" smtClean="0"/>
              <a:pPr/>
              <a:t>‹#›</a:t>
            </a:fld>
            <a:endParaRPr lang="en-US"/>
          </a:p>
        </p:txBody>
      </p:sp>
    </p:spTree>
  </p:cSld>
  <p:clrMap bg1="dk1" tx1="lt1" bg2="dk2" tx2="lt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marL="484632" algn="l" rtl="0" eaLnBrk="1" latinLnBrk="0" hangingPunct="1">
        <a:spcBef>
          <a:spcPct val="0"/>
        </a:spcBef>
        <a:buNone/>
        <a:defRPr kumimoji="0" sz="4200"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latin typeface="+mj-lt"/>
          <a:ea typeface="+mj-ea"/>
          <a:cs typeface="+mj-cs"/>
        </a:defRPr>
      </a:lvl1pPr>
    </p:titleStyle>
    <p:bodyStyle>
      <a:lvl1pPr marL="448056"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822960" indent="-285750" algn="l" rtl="0" eaLnBrk="1" latinLnBrk="0" hangingPunct="1">
        <a:spcBef>
          <a:spcPct val="20000"/>
        </a:spcBef>
        <a:buClr>
          <a:schemeClr val="accent1"/>
        </a:buClr>
        <a:buSzPct val="95000"/>
        <a:buFont typeface="Verdana"/>
        <a:buChar char="›"/>
        <a:defRPr kumimoji="0" sz="2600" kern="1200">
          <a:solidFill>
            <a:schemeClr val="tx1"/>
          </a:solidFill>
          <a:latin typeface="+mn-lt"/>
          <a:ea typeface="+mn-ea"/>
          <a:cs typeface="+mn-cs"/>
        </a:defRPr>
      </a:lvl2pPr>
      <a:lvl3pPr marL="1106424" indent="-228600" algn="l" rtl="0" eaLnBrk="1" latinLnBrk="0" hangingPunct="1">
        <a:spcBef>
          <a:spcPct val="20000"/>
        </a:spcBef>
        <a:buClr>
          <a:schemeClr val="accent1"/>
        </a:buClr>
        <a:buFont typeface="Wingdings 2"/>
        <a:buChar char=""/>
        <a:defRPr kumimoji="0" sz="2400" kern="1200">
          <a:solidFill>
            <a:schemeClr val="tx1"/>
          </a:solidFill>
          <a:latin typeface="+mn-lt"/>
          <a:ea typeface="+mn-ea"/>
          <a:cs typeface="+mn-cs"/>
        </a:defRPr>
      </a:lvl3pPr>
      <a:lvl4pPr marL="1371600" indent="-210312" algn="l" rtl="0" eaLnBrk="1" latinLnBrk="0" hangingPunct="1">
        <a:spcBef>
          <a:spcPct val="20000"/>
        </a:spcBef>
        <a:buClr>
          <a:schemeClr val="accent1"/>
        </a:buClr>
        <a:buFont typeface="Wingdings 2"/>
        <a:buChar char=""/>
        <a:defRPr kumimoji="0" sz="2000" kern="1200">
          <a:solidFill>
            <a:schemeClr val="tx1"/>
          </a:solidFill>
          <a:latin typeface="+mn-lt"/>
          <a:ea typeface="+mn-ea"/>
          <a:cs typeface="+mn-cs"/>
        </a:defRPr>
      </a:lvl4pPr>
      <a:lvl5pPr marL="1600200" indent="-210312" algn="l" rtl="0" eaLnBrk="1" latinLnBrk="0" hangingPunct="1">
        <a:spcBef>
          <a:spcPct val="20000"/>
        </a:spcBef>
        <a:buClr>
          <a:schemeClr val="accent1">
            <a:tint val="75000"/>
          </a:schemeClr>
        </a:buClr>
        <a:buFont typeface="Wingdings 2"/>
        <a:buChar char=""/>
        <a:defRPr kumimoji="0" sz="1900" kern="1200">
          <a:solidFill>
            <a:schemeClr val="tx1"/>
          </a:solidFill>
          <a:latin typeface="+mn-lt"/>
          <a:ea typeface="+mn-ea"/>
          <a:cs typeface="+mn-cs"/>
        </a:defRPr>
      </a:lvl5pPr>
      <a:lvl6pPr marL="1828800" indent="-210312" algn="l" rtl="0" eaLnBrk="1" latinLnBrk="0" hangingPunct="1">
        <a:spcBef>
          <a:spcPct val="20000"/>
        </a:spcBef>
        <a:buClr>
          <a:schemeClr val="accent1">
            <a:tint val="75000"/>
          </a:schemeClr>
        </a:buClr>
        <a:buFont typeface="Wingdings 2"/>
        <a:buChar char=""/>
        <a:defRPr kumimoji="0" sz="1800" kern="1200">
          <a:solidFill>
            <a:schemeClr val="tx1"/>
          </a:solidFill>
          <a:latin typeface="+mn-lt"/>
          <a:ea typeface="+mn-ea"/>
          <a:cs typeface="+mn-cs"/>
        </a:defRPr>
      </a:lvl6pPr>
      <a:lvl7pPr marL="2084832" indent="-210312"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7pPr>
      <a:lvl8pPr marL="22860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8pPr>
      <a:lvl9pPr marL="25146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err="1"/>
              <a:t>Manajemen</a:t>
            </a:r>
            <a:r>
              <a:rPr lang="en-US" b="1" dirty="0"/>
              <a:t> </a:t>
            </a:r>
            <a:r>
              <a:rPr lang="en-US" b="1" dirty="0" err="1"/>
              <a:t>Proyek</a:t>
            </a:r>
            <a:r>
              <a:rPr lang="en-US" b="1" dirty="0"/>
              <a:t> SI</a:t>
            </a:r>
          </a:p>
        </p:txBody>
      </p:sp>
      <p:sp>
        <p:nvSpPr>
          <p:cNvPr id="3" name="Subtitle 2"/>
          <p:cNvSpPr>
            <a:spLocks noGrp="1"/>
          </p:cNvSpPr>
          <p:nvPr>
            <p:ph type="subTitle" idx="1"/>
          </p:nvPr>
        </p:nvSpPr>
        <p:spPr>
          <a:xfrm>
            <a:off x="540544" y="2362200"/>
            <a:ext cx="8062912" cy="1640680"/>
          </a:xfrm>
        </p:spPr>
        <p:txBody>
          <a:bodyPr>
            <a:normAutofit/>
          </a:bodyPr>
          <a:lstStyle/>
          <a:p>
            <a:r>
              <a:rPr lang="en-US" b="1" dirty="0"/>
              <a:t>PROJECT MANAGEMENT PROCESSES</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Pendahuluan</a:t>
            </a:r>
            <a:endParaRPr lang="en-US" b="1" dirty="0"/>
          </a:p>
        </p:txBody>
      </p:sp>
      <p:sp>
        <p:nvSpPr>
          <p:cNvPr id="3" name="Content Placeholder 2"/>
          <p:cNvSpPr>
            <a:spLocks noGrp="1"/>
          </p:cNvSpPr>
          <p:nvPr>
            <p:ph idx="1"/>
          </p:nvPr>
        </p:nvSpPr>
        <p:spPr/>
        <p:txBody>
          <a:bodyPr>
            <a:normAutofit fontScale="85000" lnSpcReduction="20000"/>
          </a:bodyPr>
          <a:lstStyle/>
          <a:p>
            <a:r>
              <a:rPr lang="en-US" dirty="0"/>
              <a:t>Project management is the application of knowledge, skills, tools, and techniques to project activities to meet the project requirements. </a:t>
            </a:r>
          </a:p>
          <a:p>
            <a:r>
              <a:rPr lang="en-US" dirty="0"/>
              <a:t>This application of knowledge requires the effective management of the project management processes.</a:t>
            </a:r>
          </a:p>
          <a:p>
            <a:r>
              <a:rPr lang="en-US" dirty="0" err="1"/>
              <a:t>Dikenal</a:t>
            </a:r>
            <a:r>
              <a:rPr lang="en-US" dirty="0"/>
              <a:t> </a:t>
            </a:r>
            <a:r>
              <a:rPr lang="en-US" dirty="0" err="1"/>
              <a:t>dengan</a:t>
            </a:r>
            <a:r>
              <a:rPr lang="en-US" dirty="0"/>
              <a:t> </a:t>
            </a:r>
            <a:r>
              <a:rPr lang="en-US" dirty="0" err="1"/>
              <a:t>istilah</a:t>
            </a:r>
            <a:r>
              <a:rPr lang="en-US" dirty="0"/>
              <a:t> project development stage </a:t>
            </a:r>
          </a:p>
          <a:p>
            <a:r>
              <a:rPr lang="en-US" dirty="0"/>
              <a:t>“A system of practices, techniques, procedures, and rules used by those who work in a discipline” – PMBOK</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Pendahuluan</a:t>
            </a:r>
            <a:endParaRPr lang="en-US" dirty="0"/>
          </a:p>
        </p:txBody>
      </p:sp>
      <p:sp>
        <p:nvSpPr>
          <p:cNvPr id="3" name="Content Placeholder 2"/>
          <p:cNvSpPr>
            <a:spLocks noGrp="1"/>
          </p:cNvSpPr>
          <p:nvPr>
            <p:ph idx="1"/>
          </p:nvPr>
        </p:nvSpPr>
        <p:spPr/>
        <p:txBody>
          <a:bodyPr>
            <a:normAutofit fontScale="92500"/>
          </a:bodyPr>
          <a:lstStyle/>
          <a:p>
            <a:r>
              <a:rPr lang="en-US" u="sng" dirty="0"/>
              <a:t>Customers have higher expectations</a:t>
            </a:r>
            <a:r>
              <a:rPr lang="en-US" dirty="0"/>
              <a:t>, seek increased time efficiencies, and demand ‘quantum’ performance improvements</a:t>
            </a:r>
          </a:p>
          <a:p>
            <a:r>
              <a:rPr lang="en-US" dirty="0"/>
              <a:t>IT efforts need </a:t>
            </a:r>
            <a:r>
              <a:rPr lang="en-US" u="sng" dirty="0"/>
              <a:t>documented</a:t>
            </a:r>
            <a:r>
              <a:rPr lang="en-US" dirty="0"/>
              <a:t> path and procedures to better manage and control projects</a:t>
            </a:r>
          </a:p>
          <a:p>
            <a:r>
              <a:rPr lang="en-US" dirty="0"/>
              <a:t>The required Process Groups and their processes are guides for applying appropriate project management knowledge and skills during the project.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Life Cycle</a:t>
            </a:r>
          </a:p>
        </p:txBody>
      </p:sp>
      <p:sp>
        <p:nvSpPr>
          <p:cNvPr id="3" name="Content Placeholder 2"/>
          <p:cNvSpPr>
            <a:spLocks noGrp="1"/>
          </p:cNvSpPr>
          <p:nvPr>
            <p:ph idx="1"/>
          </p:nvPr>
        </p:nvSpPr>
        <p:spPr/>
        <p:txBody>
          <a:bodyPr>
            <a:normAutofit fontScale="85000" lnSpcReduction="20000"/>
          </a:bodyPr>
          <a:lstStyle/>
          <a:p>
            <a:r>
              <a:rPr lang="en-US" dirty="0"/>
              <a:t>A project life cycle is the series of phases that a project passes through from its initiation to its closure. </a:t>
            </a:r>
          </a:p>
          <a:p>
            <a:r>
              <a:rPr lang="en-US" dirty="0"/>
              <a:t>The phases are generally sequential, and their names and numbers are determined by the management and control needs of the organization or organizations involved in the project, the nature of the project itself, and its area of application. </a:t>
            </a:r>
          </a:p>
          <a:p>
            <a:r>
              <a:rPr lang="en-US" dirty="0"/>
              <a:t>The phases can be broken down by functional or partial objectives, intermediate results or deliverables, specific milestones within the overall scope of work, or financial availability.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Generic Project Life Cycle Structure</a:t>
            </a:r>
          </a:p>
        </p:txBody>
      </p:sp>
      <p:sp>
        <p:nvSpPr>
          <p:cNvPr id="3" name="Content Placeholder 2"/>
          <p:cNvSpPr>
            <a:spLocks noGrp="1"/>
          </p:cNvSpPr>
          <p:nvPr>
            <p:ph idx="1"/>
          </p:nvPr>
        </p:nvSpPr>
        <p:spPr/>
        <p:txBody>
          <a:bodyPr/>
          <a:lstStyle/>
          <a:p>
            <a:endParaRPr lang="en-US"/>
          </a:p>
        </p:txBody>
      </p:sp>
      <p:pic>
        <p:nvPicPr>
          <p:cNvPr id="10242" name="Picture 2"/>
          <p:cNvPicPr>
            <a:picLocks noChangeAspect="1" noChangeArrowheads="1"/>
          </p:cNvPicPr>
          <p:nvPr/>
        </p:nvPicPr>
        <p:blipFill>
          <a:blip r:embed="rId2"/>
          <a:srcRect/>
          <a:stretch>
            <a:fillRect/>
          </a:stretch>
        </p:blipFill>
        <p:spPr bwMode="auto">
          <a:xfrm>
            <a:off x="1028700" y="1775191"/>
            <a:ext cx="7086600" cy="4029075"/>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Management Process Groups</a:t>
            </a:r>
          </a:p>
        </p:txBody>
      </p:sp>
      <p:pic>
        <p:nvPicPr>
          <p:cNvPr id="7169" name="Picture 1"/>
          <p:cNvPicPr>
            <a:picLocks noChangeAspect="1" noChangeArrowheads="1"/>
          </p:cNvPicPr>
          <p:nvPr/>
        </p:nvPicPr>
        <p:blipFill>
          <a:blip r:embed="rId2"/>
          <a:srcRect/>
          <a:stretch>
            <a:fillRect/>
          </a:stretch>
        </p:blipFill>
        <p:spPr bwMode="auto">
          <a:xfrm>
            <a:off x="685800" y="1981200"/>
            <a:ext cx="7924374" cy="3886200"/>
          </a:xfrm>
          <a:prstGeom prst="rect">
            <a:avLst/>
          </a:prstGeom>
          <a:noFill/>
          <a:ln w="9525">
            <a:noFill/>
            <a:miter lim="800000"/>
            <a:headEnd/>
            <a:tailEnd/>
          </a:ln>
          <a:effectLst/>
        </p:spPr>
      </p:pic>
      <p:sp>
        <p:nvSpPr>
          <p:cNvPr id="6" name="Content Placeholder 5"/>
          <p:cNvSpPr>
            <a:spLocks noGrp="1"/>
          </p:cNvSpPr>
          <p:nvPr>
            <p:ph idx="1"/>
          </p:nvPr>
        </p:nvSpPr>
        <p:spPr>
          <a:xfrm>
            <a:off x="457200" y="2209800"/>
            <a:ext cx="7848600" cy="4245008"/>
          </a:xfrm>
        </p:spPr>
        <p:txBody>
          <a:bodyPr/>
          <a:lstStyle/>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Process Groups Interact in a Phase or Project</a:t>
            </a:r>
            <a:endParaRPr lang="en-US" dirty="0"/>
          </a:p>
        </p:txBody>
      </p:sp>
      <p:sp>
        <p:nvSpPr>
          <p:cNvPr id="3" name="Content Placeholder 2"/>
          <p:cNvSpPr>
            <a:spLocks noGrp="1"/>
          </p:cNvSpPr>
          <p:nvPr>
            <p:ph idx="1"/>
          </p:nvPr>
        </p:nvSpPr>
        <p:spPr/>
        <p:txBody>
          <a:bodyPr/>
          <a:lstStyle/>
          <a:p>
            <a:endParaRPr lang="en-US"/>
          </a:p>
        </p:txBody>
      </p:sp>
      <p:pic>
        <p:nvPicPr>
          <p:cNvPr id="25602" name="Picture 2"/>
          <p:cNvPicPr>
            <a:picLocks noChangeAspect="1" noChangeArrowheads="1"/>
          </p:cNvPicPr>
          <p:nvPr/>
        </p:nvPicPr>
        <p:blipFill>
          <a:blip r:embed="rId2"/>
          <a:srcRect/>
          <a:stretch>
            <a:fillRect/>
          </a:stretch>
        </p:blipFill>
        <p:spPr bwMode="auto">
          <a:xfrm>
            <a:off x="762000" y="1981200"/>
            <a:ext cx="7769626" cy="4343400"/>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04800"/>
            <a:ext cx="4114800" cy="5447506"/>
          </a:xfrm>
        </p:spPr>
        <p:txBody>
          <a:bodyPr>
            <a:normAutofit/>
          </a:bodyPr>
          <a:lstStyle/>
          <a:p>
            <a:r>
              <a:rPr lang="en-US" sz="4000" b="1" dirty="0"/>
              <a:t>Project Management Process Interactions</a:t>
            </a:r>
            <a:endParaRPr lang="en-US" sz="4000" dirty="0"/>
          </a:p>
        </p:txBody>
      </p:sp>
      <p:sp>
        <p:nvSpPr>
          <p:cNvPr id="3" name="Content Placeholder 2"/>
          <p:cNvSpPr>
            <a:spLocks noGrp="1"/>
          </p:cNvSpPr>
          <p:nvPr>
            <p:ph idx="1"/>
          </p:nvPr>
        </p:nvSpPr>
        <p:spPr/>
        <p:txBody>
          <a:bodyPr/>
          <a:lstStyle/>
          <a:p>
            <a:endParaRPr lang="en-US" dirty="0"/>
          </a:p>
        </p:txBody>
      </p:sp>
      <p:pic>
        <p:nvPicPr>
          <p:cNvPr id="26626" name="Picture 2"/>
          <p:cNvPicPr>
            <a:picLocks noChangeAspect="1" noChangeArrowheads="1"/>
          </p:cNvPicPr>
          <p:nvPr/>
        </p:nvPicPr>
        <p:blipFill>
          <a:blip r:embed="rId2"/>
          <a:srcRect/>
          <a:stretch>
            <a:fillRect/>
          </a:stretch>
        </p:blipFill>
        <p:spPr bwMode="auto">
          <a:xfrm>
            <a:off x="4038600" y="381000"/>
            <a:ext cx="4676775" cy="6096000"/>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graphicFrame>
        <p:nvGraphicFramePr>
          <p:cNvPr id="3074" name="Object 2"/>
          <p:cNvGraphicFramePr>
            <a:graphicFrameLocks noChangeAspect="1"/>
          </p:cNvGraphicFramePr>
          <p:nvPr/>
        </p:nvGraphicFramePr>
        <p:xfrm>
          <a:off x="0" y="304800"/>
          <a:ext cx="8915400" cy="6821488"/>
        </p:xfrm>
        <a:graphic>
          <a:graphicData uri="http://schemas.openxmlformats.org/presentationml/2006/ole">
            <mc:AlternateContent xmlns:mc="http://schemas.openxmlformats.org/markup-compatibility/2006">
              <mc:Choice xmlns:v="urn:schemas-microsoft-com:vml" Requires="v">
                <p:oleObj name="VISIO" r:id="rId2" imgW="9883800" imgH="7563600" progId="Visio.Drawing.11">
                  <p:embed/>
                </p:oleObj>
              </mc:Choice>
              <mc:Fallback>
                <p:oleObj name="VISIO" r:id="rId2" imgW="9883800" imgH="7563600" progId="Visio.Drawing.11">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04800"/>
                        <a:ext cx="8915400" cy="6821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Initiation</a:t>
            </a:r>
          </a:p>
        </p:txBody>
      </p:sp>
      <p:sp>
        <p:nvSpPr>
          <p:cNvPr id="3" name="Content Placeholder 2"/>
          <p:cNvSpPr>
            <a:spLocks noGrp="1"/>
          </p:cNvSpPr>
          <p:nvPr>
            <p:ph idx="1"/>
          </p:nvPr>
        </p:nvSpPr>
        <p:spPr/>
        <p:txBody>
          <a:bodyPr/>
          <a:lstStyle/>
          <a:p>
            <a:r>
              <a:rPr lang="en-US" dirty="0"/>
              <a:t>obtaining authorization to start the project or phase</a:t>
            </a:r>
          </a:p>
          <a:p>
            <a:r>
              <a:rPr lang="en-US" dirty="0"/>
              <a:t>initial scope is defined and initial financial resources are committed. Internal and external stakeholders are identified</a:t>
            </a:r>
          </a:p>
          <a:p>
            <a:endParaRPr lang="en-US" dirty="0"/>
          </a:p>
        </p:txBody>
      </p:sp>
      <p:pic>
        <p:nvPicPr>
          <p:cNvPr id="1026" name="Picture 2"/>
          <p:cNvPicPr>
            <a:picLocks noChangeAspect="1" noChangeArrowheads="1"/>
          </p:cNvPicPr>
          <p:nvPr/>
        </p:nvPicPr>
        <p:blipFill>
          <a:blip r:embed="rId2"/>
          <a:srcRect/>
          <a:stretch>
            <a:fillRect/>
          </a:stretch>
        </p:blipFill>
        <p:spPr bwMode="auto">
          <a:xfrm>
            <a:off x="990600" y="4953000"/>
            <a:ext cx="5562600" cy="1623287"/>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Initiation(2)</a:t>
            </a:r>
          </a:p>
        </p:txBody>
      </p:sp>
      <p:sp>
        <p:nvSpPr>
          <p:cNvPr id="3" name="Content Placeholder 2"/>
          <p:cNvSpPr>
            <a:spLocks noGrp="1"/>
          </p:cNvSpPr>
          <p:nvPr>
            <p:ph idx="1"/>
          </p:nvPr>
        </p:nvSpPr>
        <p:spPr/>
        <p:txBody>
          <a:bodyPr>
            <a:normAutofit fontScale="77500" lnSpcReduction="20000"/>
          </a:bodyPr>
          <a:lstStyle/>
          <a:p>
            <a:r>
              <a:rPr lang="en-US" dirty="0" err="1"/>
              <a:t>Pengertian</a:t>
            </a:r>
            <a:endParaRPr lang="en-US" dirty="0"/>
          </a:p>
          <a:p>
            <a:pPr lvl="1"/>
            <a:r>
              <a:rPr lang="en-US" dirty="0" err="1"/>
              <a:t>Tahap</a:t>
            </a:r>
            <a:r>
              <a:rPr lang="en-US" dirty="0"/>
              <a:t> </a:t>
            </a:r>
            <a:r>
              <a:rPr lang="en-US" dirty="0" err="1"/>
              <a:t>awal</a:t>
            </a:r>
            <a:r>
              <a:rPr lang="en-US" dirty="0"/>
              <a:t> </a:t>
            </a:r>
            <a:r>
              <a:rPr lang="en-US" dirty="0" err="1"/>
              <a:t>suatu</a:t>
            </a:r>
            <a:r>
              <a:rPr lang="en-US" dirty="0"/>
              <a:t> </a:t>
            </a:r>
            <a:r>
              <a:rPr lang="en-US" dirty="0" err="1"/>
              <a:t>proyek</a:t>
            </a:r>
            <a:endParaRPr lang="en-US" dirty="0"/>
          </a:p>
          <a:p>
            <a:pPr lvl="1"/>
            <a:r>
              <a:rPr lang="en-US" dirty="0" err="1"/>
              <a:t>Gambaran</a:t>
            </a:r>
            <a:r>
              <a:rPr lang="en-US" dirty="0"/>
              <a:t> global </a:t>
            </a:r>
            <a:r>
              <a:rPr lang="en-US" dirty="0" err="1"/>
              <a:t>dalam</a:t>
            </a:r>
            <a:r>
              <a:rPr lang="en-US" dirty="0"/>
              <a:t> </a:t>
            </a:r>
            <a:r>
              <a:rPr lang="en-US" dirty="0" err="1"/>
              <a:t>bentuk</a:t>
            </a:r>
            <a:r>
              <a:rPr lang="en-US" dirty="0"/>
              <a:t> </a:t>
            </a:r>
            <a:r>
              <a:rPr lang="en-US" dirty="0" err="1"/>
              <a:t>definisi</a:t>
            </a:r>
            <a:r>
              <a:rPr lang="en-US" dirty="0"/>
              <a:t> </a:t>
            </a:r>
            <a:r>
              <a:rPr lang="en-US" dirty="0" err="1"/>
              <a:t>proyek</a:t>
            </a:r>
            <a:endParaRPr lang="en-US" dirty="0"/>
          </a:p>
          <a:p>
            <a:pPr lvl="2"/>
            <a:r>
              <a:rPr lang="en-US" dirty="0" err="1"/>
              <a:t>Ruang</a:t>
            </a:r>
            <a:r>
              <a:rPr lang="en-US" dirty="0"/>
              <a:t> </a:t>
            </a:r>
            <a:r>
              <a:rPr lang="en-US" dirty="0" err="1"/>
              <a:t>lingkup</a:t>
            </a:r>
            <a:r>
              <a:rPr lang="en-US" dirty="0"/>
              <a:t> </a:t>
            </a:r>
            <a:r>
              <a:rPr lang="en-US" dirty="0" err="1"/>
              <a:t>proyek</a:t>
            </a:r>
            <a:endParaRPr lang="en-US" dirty="0"/>
          </a:p>
          <a:p>
            <a:pPr lvl="2"/>
            <a:r>
              <a:rPr lang="en-US" dirty="0" err="1"/>
              <a:t>Tujuan</a:t>
            </a:r>
            <a:r>
              <a:rPr lang="en-US" dirty="0"/>
              <a:t> </a:t>
            </a:r>
            <a:r>
              <a:rPr lang="en-US" dirty="0" err="1"/>
              <a:t>proyek</a:t>
            </a:r>
            <a:endParaRPr lang="en-US" dirty="0"/>
          </a:p>
          <a:p>
            <a:pPr lvl="2"/>
            <a:r>
              <a:rPr lang="en-US" dirty="0" err="1"/>
              <a:t>Waktu</a:t>
            </a:r>
            <a:r>
              <a:rPr lang="en-US" dirty="0"/>
              <a:t> </a:t>
            </a:r>
            <a:r>
              <a:rPr lang="en-US" dirty="0" err="1"/>
              <a:t>pengerjaan</a:t>
            </a:r>
            <a:r>
              <a:rPr lang="en-US" dirty="0"/>
              <a:t> </a:t>
            </a:r>
            <a:r>
              <a:rPr lang="en-US" dirty="0" err="1"/>
              <a:t>proyek</a:t>
            </a:r>
            <a:endParaRPr lang="en-US" dirty="0"/>
          </a:p>
          <a:p>
            <a:pPr lvl="2"/>
            <a:r>
              <a:rPr lang="en-US" dirty="0" err="1"/>
              <a:t>Biaya</a:t>
            </a:r>
            <a:r>
              <a:rPr lang="en-US" dirty="0"/>
              <a:t> </a:t>
            </a:r>
            <a:r>
              <a:rPr lang="en-US" dirty="0" err="1"/>
              <a:t>proyek</a:t>
            </a:r>
            <a:r>
              <a:rPr lang="en-US" dirty="0"/>
              <a:t>, </a:t>
            </a:r>
            <a:r>
              <a:rPr lang="en-US" dirty="0" err="1"/>
              <a:t>dll</a:t>
            </a:r>
            <a:endParaRPr lang="en-US" dirty="0"/>
          </a:p>
          <a:p>
            <a:r>
              <a:rPr lang="en-US" dirty="0" err="1"/>
              <a:t>Tujuan</a:t>
            </a:r>
            <a:r>
              <a:rPr lang="en-US" dirty="0"/>
              <a:t> </a:t>
            </a:r>
          </a:p>
          <a:p>
            <a:pPr lvl="1"/>
            <a:r>
              <a:rPr lang="en-US" dirty="0" err="1"/>
              <a:t>Mengidentifikasi</a:t>
            </a:r>
            <a:r>
              <a:rPr lang="en-US" dirty="0"/>
              <a:t> CSF</a:t>
            </a:r>
          </a:p>
          <a:p>
            <a:pPr lvl="1"/>
            <a:r>
              <a:rPr lang="en-US" dirty="0" err="1"/>
              <a:t>Menentukan</a:t>
            </a:r>
            <a:r>
              <a:rPr lang="en-US" dirty="0"/>
              <a:t> </a:t>
            </a:r>
            <a:r>
              <a:rPr lang="en-US" dirty="0" err="1"/>
              <a:t>tujuan</a:t>
            </a:r>
            <a:r>
              <a:rPr lang="en-US" dirty="0"/>
              <a:t> </a:t>
            </a:r>
            <a:r>
              <a:rPr lang="en-US" dirty="0" err="1"/>
              <a:t>proyek</a:t>
            </a:r>
            <a:r>
              <a:rPr lang="en-US" dirty="0"/>
              <a:t> </a:t>
            </a:r>
            <a:r>
              <a:rPr lang="en-US" dirty="0" err="1"/>
              <a:t>secara</a:t>
            </a:r>
            <a:r>
              <a:rPr lang="en-US" dirty="0"/>
              <a:t> </a:t>
            </a:r>
            <a:r>
              <a:rPr lang="en-US" dirty="0" err="1"/>
              <a:t>rinci</a:t>
            </a:r>
            <a:endParaRPr lang="en-US" dirty="0"/>
          </a:p>
          <a:p>
            <a:pPr lvl="1"/>
            <a:r>
              <a:rPr lang="en-US" dirty="0" err="1"/>
              <a:t>Menentukan</a:t>
            </a:r>
            <a:r>
              <a:rPr lang="en-US" dirty="0"/>
              <a:t> </a:t>
            </a:r>
            <a:r>
              <a:rPr lang="en-US" dirty="0" err="1"/>
              <a:t>ruang</a:t>
            </a:r>
            <a:r>
              <a:rPr lang="en-US" dirty="0"/>
              <a:t> </a:t>
            </a:r>
            <a:r>
              <a:rPr lang="en-US" dirty="0" err="1"/>
              <a:t>lingkup</a:t>
            </a:r>
            <a:endParaRPr lang="en-US" dirty="0"/>
          </a:p>
          <a:p>
            <a:r>
              <a:rPr lang="en-US" dirty="0" err="1"/>
              <a:t>Hasil</a:t>
            </a:r>
            <a:endParaRPr lang="en-US" dirty="0"/>
          </a:p>
          <a:p>
            <a:pPr lvl="1"/>
            <a:r>
              <a:rPr lang="en-US" dirty="0"/>
              <a:t>Project charter</a:t>
            </a:r>
          </a:p>
          <a:p>
            <a:pPr lvl="1"/>
            <a:r>
              <a:rPr lang="en-US" dirty="0"/>
              <a:t>Stakeholder register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Planning</a:t>
            </a:r>
          </a:p>
        </p:txBody>
      </p:sp>
      <p:sp>
        <p:nvSpPr>
          <p:cNvPr id="3" name="Content Placeholder 2"/>
          <p:cNvSpPr>
            <a:spLocks noGrp="1"/>
          </p:cNvSpPr>
          <p:nvPr>
            <p:ph idx="1"/>
          </p:nvPr>
        </p:nvSpPr>
        <p:spPr/>
        <p:txBody>
          <a:bodyPr>
            <a:normAutofit fontScale="92500" lnSpcReduction="10000"/>
          </a:bodyPr>
          <a:lstStyle/>
          <a:p>
            <a:r>
              <a:rPr lang="en-US" dirty="0" err="1"/>
              <a:t>Pengertian</a:t>
            </a:r>
            <a:endParaRPr lang="en-US" dirty="0"/>
          </a:p>
          <a:p>
            <a:pPr lvl="1"/>
            <a:r>
              <a:rPr lang="en-US" dirty="0" err="1"/>
              <a:t>Deskripsi</a:t>
            </a:r>
            <a:r>
              <a:rPr lang="en-US" dirty="0"/>
              <a:t> detail </a:t>
            </a:r>
            <a:r>
              <a:rPr lang="en-US" dirty="0" err="1"/>
              <a:t>dari</a:t>
            </a:r>
            <a:r>
              <a:rPr lang="en-US" dirty="0"/>
              <a:t> </a:t>
            </a:r>
            <a:r>
              <a:rPr lang="en-US" dirty="0" err="1"/>
              <a:t>definisi</a:t>
            </a:r>
            <a:r>
              <a:rPr lang="en-US" dirty="0"/>
              <a:t> </a:t>
            </a:r>
            <a:r>
              <a:rPr lang="en-US" dirty="0" err="1"/>
              <a:t>proyek</a:t>
            </a:r>
            <a:r>
              <a:rPr lang="en-US" dirty="0"/>
              <a:t> yang </a:t>
            </a:r>
            <a:r>
              <a:rPr lang="en-US" dirty="0" err="1"/>
              <a:t>dibuat</a:t>
            </a:r>
            <a:endParaRPr lang="en-US" dirty="0"/>
          </a:p>
          <a:p>
            <a:pPr lvl="1"/>
            <a:r>
              <a:rPr lang="en-US" dirty="0" err="1"/>
              <a:t>Berbentuk</a:t>
            </a:r>
            <a:r>
              <a:rPr lang="en-US" dirty="0"/>
              <a:t> project management plan </a:t>
            </a:r>
            <a:r>
              <a:rPr lang="en-US" dirty="0" err="1"/>
              <a:t>dan</a:t>
            </a:r>
            <a:r>
              <a:rPr lang="en-US" dirty="0"/>
              <a:t> project documents</a:t>
            </a:r>
          </a:p>
          <a:p>
            <a:pPr lvl="2"/>
            <a:r>
              <a:rPr lang="en-US" dirty="0"/>
              <a:t>Scope management</a:t>
            </a:r>
          </a:p>
          <a:p>
            <a:pPr lvl="2"/>
            <a:r>
              <a:rPr lang="en-US" dirty="0"/>
              <a:t>Time management</a:t>
            </a:r>
          </a:p>
          <a:p>
            <a:pPr lvl="2"/>
            <a:r>
              <a:rPr lang="en-US" dirty="0"/>
              <a:t>Cost management</a:t>
            </a:r>
          </a:p>
          <a:p>
            <a:pPr lvl="2"/>
            <a:r>
              <a:rPr lang="en-US" dirty="0"/>
              <a:t>Resource management</a:t>
            </a:r>
          </a:p>
          <a:p>
            <a:pPr lvl="2"/>
            <a:r>
              <a:rPr lang="en-US" dirty="0"/>
              <a:t>Risk management</a:t>
            </a:r>
          </a:p>
          <a:p>
            <a:pPr lvl="2"/>
            <a:r>
              <a:rPr lang="en-US" dirty="0"/>
              <a:t>Communication management</a:t>
            </a:r>
          </a:p>
          <a:p>
            <a:pPr lvl="2"/>
            <a:r>
              <a:rPr lang="en-US" dirty="0"/>
              <a:t>Procurement management</a:t>
            </a:r>
          </a:p>
          <a:p>
            <a:pPr lvl="2"/>
            <a:r>
              <a:rPr lang="en-US" dirty="0"/>
              <a:t>Integration management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Planning</a:t>
            </a:r>
          </a:p>
        </p:txBody>
      </p:sp>
      <p:sp>
        <p:nvSpPr>
          <p:cNvPr id="3" name="Content Placeholder 2"/>
          <p:cNvSpPr>
            <a:spLocks noGrp="1"/>
          </p:cNvSpPr>
          <p:nvPr>
            <p:ph idx="1"/>
          </p:nvPr>
        </p:nvSpPr>
        <p:spPr/>
        <p:txBody>
          <a:bodyPr/>
          <a:lstStyle/>
          <a:p>
            <a:pPr lvl="1"/>
            <a:endParaRPr lang="en-US" dirty="0"/>
          </a:p>
        </p:txBody>
      </p:sp>
      <p:pic>
        <p:nvPicPr>
          <p:cNvPr id="2052" name="Picture 4"/>
          <p:cNvPicPr>
            <a:picLocks noChangeAspect="1" noChangeArrowheads="1"/>
          </p:cNvPicPr>
          <p:nvPr/>
        </p:nvPicPr>
        <p:blipFill>
          <a:blip r:embed="rId2"/>
          <a:srcRect/>
          <a:stretch>
            <a:fillRect/>
          </a:stretch>
        </p:blipFill>
        <p:spPr bwMode="auto">
          <a:xfrm>
            <a:off x="685800" y="1524000"/>
            <a:ext cx="7848600" cy="5110716"/>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Execution</a:t>
            </a:r>
          </a:p>
        </p:txBody>
      </p:sp>
      <p:sp>
        <p:nvSpPr>
          <p:cNvPr id="3" name="Content Placeholder 2"/>
          <p:cNvSpPr>
            <a:spLocks noGrp="1"/>
          </p:cNvSpPr>
          <p:nvPr>
            <p:ph idx="1"/>
          </p:nvPr>
        </p:nvSpPr>
        <p:spPr/>
        <p:txBody>
          <a:bodyPr>
            <a:normAutofit fontScale="92500" lnSpcReduction="10000"/>
          </a:bodyPr>
          <a:lstStyle/>
          <a:p>
            <a:r>
              <a:rPr lang="en-US" dirty="0"/>
              <a:t>Coordinating people and resources,</a:t>
            </a:r>
          </a:p>
          <a:p>
            <a:r>
              <a:rPr lang="en-US" dirty="0"/>
              <a:t>Managing stakeholder expectations, </a:t>
            </a:r>
          </a:p>
          <a:p>
            <a:r>
              <a:rPr lang="en-US" dirty="0"/>
              <a:t>Integrating and performing the activities of the project in accordance with the project management plan.</a:t>
            </a:r>
          </a:p>
          <a:p>
            <a:r>
              <a:rPr lang="en-US" dirty="0"/>
              <a:t>May require planning updates and </a:t>
            </a:r>
            <a:r>
              <a:rPr lang="en-US" dirty="0" err="1"/>
              <a:t>rebaselining</a:t>
            </a:r>
            <a:endParaRPr lang="en-US" dirty="0"/>
          </a:p>
          <a:p>
            <a:pPr lvl="1"/>
            <a:r>
              <a:rPr lang="en-US" dirty="0"/>
              <a:t>Changes to expected activity durations,</a:t>
            </a:r>
          </a:p>
          <a:p>
            <a:pPr lvl="1"/>
            <a:r>
              <a:rPr lang="en-US" dirty="0"/>
              <a:t>changes in resource productivity and availability, </a:t>
            </a:r>
          </a:p>
          <a:p>
            <a:pPr lvl="1"/>
            <a:r>
              <a:rPr lang="en-US" dirty="0"/>
              <a:t>unanticipated risks.</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Execution</a:t>
            </a:r>
          </a:p>
        </p:txBody>
      </p:sp>
      <p:sp>
        <p:nvSpPr>
          <p:cNvPr id="3" name="Content Placeholder 2"/>
          <p:cNvSpPr>
            <a:spLocks noGrp="1"/>
          </p:cNvSpPr>
          <p:nvPr>
            <p:ph idx="1"/>
          </p:nvPr>
        </p:nvSpPr>
        <p:spPr/>
        <p:txBody>
          <a:bodyPr/>
          <a:lstStyle/>
          <a:p>
            <a:endParaRPr lang="en-US"/>
          </a:p>
        </p:txBody>
      </p:sp>
      <p:pic>
        <p:nvPicPr>
          <p:cNvPr id="4098" name="Picture 2"/>
          <p:cNvPicPr>
            <a:picLocks noChangeAspect="1" noChangeArrowheads="1"/>
          </p:cNvPicPr>
          <p:nvPr/>
        </p:nvPicPr>
        <p:blipFill>
          <a:blip r:embed="rId2"/>
          <a:srcRect/>
          <a:stretch>
            <a:fillRect/>
          </a:stretch>
        </p:blipFill>
        <p:spPr bwMode="auto">
          <a:xfrm>
            <a:off x="838200" y="1905000"/>
            <a:ext cx="7590034" cy="4572000"/>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Controlling</a:t>
            </a:r>
          </a:p>
        </p:txBody>
      </p:sp>
      <p:sp>
        <p:nvSpPr>
          <p:cNvPr id="3" name="Content Placeholder 2"/>
          <p:cNvSpPr>
            <a:spLocks noGrp="1"/>
          </p:cNvSpPr>
          <p:nvPr>
            <p:ph idx="1"/>
          </p:nvPr>
        </p:nvSpPr>
        <p:spPr/>
        <p:txBody>
          <a:bodyPr/>
          <a:lstStyle/>
          <a:p>
            <a:endParaRPr lang="en-US"/>
          </a:p>
        </p:txBody>
      </p:sp>
      <p:pic>
        <p:nvPicPr>
          <p:cNvPr id="5122" name="Picture 2"/>
          <p:cNvPicPr>
            <a:picLocks noChangeAspect="1" noChangeArrowheads="1"/>
          </p:cNvPicPr>
          <p:nvPr/>
        </p:nvPicPr>
        <p:blipFill>
          <a:blip r:embed="rId2"/>
          <a:srcRect/>
          <a:stretch>
            <a:fillRect/>
          </a:stretch>
        </p:blipFill>
        <p:spPr bwMode="auto">
          <a:xfrm>
            <a:off x="609600" y="1905000"/>
            <a:ext cx="8036832" cy="4419600"/>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Controlling</a:t>
            </a:r>
          </a:p>
        </p:txBody>
      </p:sp>
      <p:sp>
        <p:nvSpPr>
          <p:cNvPr id="3" name="Content Placeholder 2"/>
          <p:cNvSpPr>
            <a:spLocks noGrp="1"/>
          </p:cNvSpPr>
          <p:nvPr>
            <p:ph idx="1"/>
          </p:nvPr>
        </p:nvSpPr>
        <p:spPr/>
        <p:txBody>
          <a:bodyPr>
            <a:normAutofit fontScale="85000" lnSpcReduction="20000"/>
          </a:bodyPr>
          <a:lstStyle/>
          <a:p>
            <a:r>
              <a:rPr lang="en-US" dirty="0" err="1"/>
              <a:t>Pengertian</a:t>
            </a:r>
            <a:endParaRPr lang="en-US" dirty="0"/>
          </a:p>
          <a:p>
            <a:pPr lvl="1"/>
            <a:r>
              <a:rPr lang="en-US" dirty="0" err="1"/>
              <a:t>Pengontrolan</a:t>
            </a:r>
            <a:r>
              <a:rPr lang="en-US" dirty="0"/>
              <a:t> </a:t>
            </a:r>
            <a:r>
              <a:rPr lang="en-US" dirty="0" err="1"/>
              <a:t>terhadap</a:t>
            </a:r>
            <a:r>
              <a:rPr lang="en-US" dirty="0"/>
              <a:t> </a:t>
            </a:r>
            <a:r>
              <a:rPr lang="en-US" dirty="0" err="1"/>
              <a:t>kegiatan</a:t>
            </a:r>
            <a:r>
              <a:rPr lang="en-US" dirty="0"/>
              <a:t> </a:t>
            </a:r>
            <a:r>
              <a:rPr lang="en-US" dirty="0" err="1"/>
              <a:t>atau</a:t>
            </a:r>
            <a:r>
              <a:rPr lang="en-US" dirty="0"/>
              <a:t> </a:t>
            </a:r>
            <a:r>
              <a:rPr lang="en-US" dirty="0" err="1"/>
              <a:t>aktifitas</a:t>
            </a:r>
            <a:r>
              <a:rPr lang="en-US" dirty="0"/>
              <a:t> </a:t>
            </a:r>
            <a:r>
              <a:rPr lang="en-US" dirty="0" err="1"/>
              <a:t>suatu</a:t>
            </a:r>
            <a:r>
              <a:rPr lang="en-US" dirty="0"/>
              <a:t> </a:t>
            </a:r>
            <a:r>
              <a:rPr lang="en-US" dirty="0" err="1"/>
              <a:t>proyek</a:t>
            </a:r>
            <a:r>
              <a:rPr lang="en-US" dirty="0"/>
              <a:t>.</a:t>
            </a:r>
          </a:p>
          <a:p>
            <a:r>
              <a:rPr lang="en-US" dirty="0" err="1"/>
              <a:t>Tujuan</a:t>
            </a:r>
            <a:endParaRPr lang="en-US" dirty="0"/>
          </a:p>
          <a:p>
            <a:pPr lvl="1"/>
            <a:r>
              <a:rPr lang="en-US" dirty="0" err="1"/>
              <a:t>Memastikan</a:t>
            </a:r>
            <a:r>
              <a:rPr lang="en-US" dirty="0"/>
              <a:t> </a:t>
            </a:r>
            <a:r>
              <a:rPr lang="en-US" dirty="0" err="1"/>
              <a:t>pencapaian</a:t>
            </a:r>
            <a:r>
              <a:rPr lang="en-US" dirty="0"/>
              <a:t> </a:t>
            </a:r>
            <a:r>
              <a:rPr lang="en-US" dirty="0" err="1"/>
              <a:t>tujuan</a:t>
            </a:r>
            <a:r>
              <a:rPr lang="en-US" dirty="0"/>
              <a:t> </a:t>
            </a:r>
            <a:r>
              <a:rPr lang="en-US" dirty="0" err="1"/>
              <a:t>proyek</a:t>
            </a:r>
            <a:r>
              <a:rPr lang="en-US" dirty="0"/>
              <a:t> </a:t>
            </a:r>
            <a:r>
              <a:rPr lang="en-US" dirty="0" err="1"/>
              <a:t>apakah</a:t>
            </a:r>
            <a:r>
              <a:rPr lang="en-US" dirty="0"/>
              <a:t> </a:t>
            </a:r>
            <a:r>
              <a:rPr lang="en-US" dirty="0" err="1"/>
              <a:t>sesuai</a:t>
            </a:r>
            <a:r>
              <a:rPr lang="en-US" dirty="0"/>
              <a:t> </a:t>
            </a:r>
            <a:r>
              <a:rPr lang="en-US" dirty="0" err="1"/>
              <a:t>dengan</a:t>
            </a:r>
            <a:r>
              <a:rPr lang="en-US" dirty="0"/>
              <a:t> target yang </a:t>
            </a:r>
            <a:r>
              <a:rPr lang="en-US" dirty="0" err="1"/>
              <a:t>telah</a:t>
            </a:r>
            <a:r>
              <a:rPr lang="en-US" dirty="0"/>
              <a:t> </a:t>
            </a:r>
            <a:r>
              <a:rPr lang="en-US" dirty="0" err="1"/>
              <a:t>ditentukan</a:t>
            </a:r>
            <a:r>
              <a:rPr lang="en-US" dirty="0"/>
              <a:t>.</a:t>
            </a:r>
          </a:p>
          <a:p>
            <a:pPr lvl="1"/>
            <a:r>
              <a:rPr lang="en-US" dirty="0" err="1"/>
              <a:t>Memastikan</a:t>
            </a:r>
            <a:r>
              <a:rPr lang="en-US" dirty="0"/>
              <a:t> </a:t>
            </a:r>
            <a:r>
              <a:rPr lang="en-US" dirty="0" err="1"/>
              <a:t>apakah</a:t>
            </a:r>
            <a:r>
              <a:rPr lang="en-US" dirty="0"/>
              <a:t> project management plan </a:t>
            </a:r>
            <a:r>
              <a:rPr lang="en-US" dirty="0" err="1"/>
              <a:t>perlu</a:t>
            </a:r>
            <a:r>
              <a:rPr lang="en-US" dirty="0"/>
              <a:t> </a:t>
            </a:r>
            <a:r>
              <a:rPr lang="en-US" dirty="0" err="1"/>
              <a:t>diperbaharui</a:t>
            </a:r>
            <a:r>
              <a:rPr lang="en-US" dirty="0"/>
              <a:t> </a:t>
            </a:r>
            <a:r>
              <a:rPr lang="en-US" dirty="0" err="1"/>
              <a:t>atau</a:t>
            </a:r>
            <a:r>
              <a:rPr lang="en-US" dirty="0"/>
              <a:t> </a:t>
            </a:r>
            <a:r>
              <a:rPr lang="en-US" dirty="0" err="1"/>
              <a:t>tidak</a:t>
            </a:r>
            <a:r>
              <a:rPr lang="en-US" dirty="0"/>
              <a:t>.</a:t>
            </a:r>
          </a:p>
          <a:p>
            <a:r>
              <a:rPr lang="en-US" dirty="0" err="1"/>
              <a:t>Mekanisme</a:t>
            </a:r>
            <a:r>
              <a:rPr lang="en-US" dirty="0"/>
              <a:t> </a:t>
            </a:r>
          </a:p>
          <a:p>
            <a:pPr lvl="1"/>
            <a:r>
              <a:rPr lang="en-US" dirty="0" err="1"/>
              <a:t>Kontrol</a:t>
            </a:r>
            <a:r>
              <a:rPr lang="en-US" dirty="0"/>
              <a:t> </a:t>
            </a:r>
            <a:r>
              <a:rPr lang="en-US" dirty="0" err="1"/>
              <a:t>terhadap</a:t>
            </a:r>
            <a:r>
              <a:rPr lang="en-US" dirty="0"/>
              <a:t> </a:t>
            </a:r>
            <a:r>
              <a:rPr lang="en-US" dirty="0" err="1"/>
              <a:t>waktu</a:t>
            </a:r>
            <a:r>
              <a:rPr lang="en-US" dirty="0"/>
              <a:t>, </a:t>
            </a:r>
            <a:r>
              <a:rPr lang="en-US" dirty="0" err="1"/>
              <a:t>ruang</a:t>
            </a:r>
            <a:r>
              <a:rPr lang="en-US" dirty="0"/>
              <a:t> </a:t>
            </a:r>
            <a:r>
              <a:rPr lang="en-US" dirty="0" err="1"/>
              <a:t>lingkup</a:t>
            </a:r>
            <a:r>
              <a:rPr lang="en-US" dirty="0"/>
              <a:t>, </a:t>
            </a:r>
            <a:r>
              <a:rPr lang="en-US" dirty="0" err="1"/>
              <a:t>kualitas</a:t>
            </a:r>
            <a:endParaRPr lang="en-US" dirty="0"/>
          </a:p>
          <a:p>
            <a:pPr lvl="1"/>
            <a:r>
              <a:rPr lang="en-US" dirty="0" err="1"/>
              <a:t>Kontrol</a:t>
            </a:r>
            <a:r>
              <a:rPr lang="en-US" dirty="0"/>
              <a:t> </a:t>
            </a:r>
            <a:r>
              <a:rPr lang="en-US" dirty="0" err="1"/>
              <a:t>terhadap</a:t>
            </a:r>
            <a:r>
              <a:rPr lang="en-US" dirty="0"/>
              <a:t> </a:t>
            </a:r>
            <a:r>
              <a:rPr lang="en-US" dirty="0" err="1"/>
              <a:t>biaya</a:t>
            </a:r>
            <a:r>
              <a:rPr lang="en-US" dirty="0"/>
              <a:t> </a:t>
            </a:r>
            <a:r>
              <a:rPr lang="en-US" dirty="0" err="1"/>
              <a:t>atau</a:t>
            </a:r>
            <a:r>
              <a:rPr lang="en-US" dirty="0"/>
              <a:t> cost</a:t>
            </a:r>
          </a:p>
          <a:p>
            <a:pPr lvl="1"/>
            <a:r>
              <a:rPr lang="en-US" dirty="0" err="1"/>
              <a:t>Pelaporan</a:t>
            </a:r>
            <a:r>
              <a:rPr lang="en-US" dirty="0"/>
              <a:t> status </a:t>
            </a:r>
            <a:r>
              <a:rPr lang="en-US" dirty="0" err="1"/>
              <a:t>kemajuan</a:t>
            </a:r>
            <a:r>
              <a:rPr lang="en-US" dirty="0"/>
              <a:t> </a:t>
            </a:r>
            <a:r>
              <a:rPr lang="en-US" dirty="0" err="1"/>
              <a:t>proyek</a:t>
            </a:r>
            <a:endParaRPr lang="en-US" dirty="0"/>
          </a:p>
          <a:p>
            <a:pPr lvl="1"/>
            <a:r>
              <a:rPr lang="en-US" dirty="0"/>
              <a:t>Re-planning </a:t>
            </a:r>
            <a:r>
              <a:rPr lang="en-US" dirty="0" err="1"/>
              <a:t>jika</a:t>
            </a:r>
            <a:r>
              <a:rPr lang="en-US" dirty="0"/>
              <a:t> </a:t>
            </a:r>
            <a:r>
              <a:rPr lang="en-US" dirty="0" err="1"/>
              <a:t>diperlukan</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Closure</a:t>
            </a:r>
          </a:p>
        </p:txBody>
      </p:sp>
      <p:sp>
        <p:nvSpPr>
          <p:cNvPr id="3" name="Content Placeholder 2"/>
          <p:cNvSpPr>
            <a:spLocks noGrp="1"/>
          </p:cNvSpPr>
          <p:nvPr>
            <p:ph idx="1"/>
          </p:nvPr>
        </p:nvSpPr>
        <p:spPr/>
        <p:txBody>
          <a:bodyPr/>
          <a:lstStyle/>
          <a:p>
            <a:endParaRPr lang="en-US"/>
          </a:p>
        </p:txBody>
      </p:sp>
      <p:pic>
        <p:nvPicPr>
          <p:cNvPr id="6146" name="Picture 2"/>
          <p:cNvPicPr>
            <a:picLocks noChangeAspect="1" noChangeArrowheads="1"/>
          </p:cNvPicPr>
          <p:nvPr/>
        </p:nvPicPr>
        <p:blipFill>
          <a:blip r:embed="rId2"/>
          <a:srcRect/>
          <a:stretch>
            <a:fillRect/>
          </a:stretch>
        </p:blipFill>
        <p:spPr bwMode="auto">
          <a:xfrm>
            <a:off x="685800" y="1981200"/>
            <a:ext cx="7722508" cy="2052637"/>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Closure</a:t>
            </a:r>
          </a:p>
        </p:txBody>
      </p:sp>
      <p:sp>
        <p:nvSpPr>
          <p:cNvPr id="3" name="Content Placeholder 2"/>
          <p:cNvSpPr>
            <a:spLocks noGrp="1"/>
          </p:cNvSpPr>
          <p:nvPr>
            <p:ph idx="1"/>
          </p:nvPr>
        </p:nvSpPr>
        <p:spPr/>
        <p:txBody>
          <a:bodyPr>
            <a:normAutofit fontScale="85000" lnSpcReduction="20000"/>
          </a:bodyPr>
          <a:lstStyle/>
          <a:p>
            <a:r>
              <a:rPr lang="en-US" dirty="0" err="1"/>
              <a:t>Pengertian</a:t>
            </a:r>
            <a:endParaRPr lang="en-US" dirty="0"/>
          </a:p>
          <a:p>
            <a:pPr lvl="1"/>
            <a:r>
              <a:rPr lang="en-US" dirty="0" err="1"/>
              <a:t>Memberikan</a:t>
            </a:r>
            <a:r>
              <a:rPr lang="en-US" dirty="0"/>
              <a:t> </a:t>
            </a:r>
            <a:r>
              <a:rPr lang="en-US" dirty="0" err="1"/>
              <a:t>laporan</a:t>
            </a:r>
            <a:r>
              <a:rPr lang="en-US" dirty="0"/>
              <a:t> </a:t>
            </a:r>
            <a:r>
              <a:rPr lang="en-US" dirty="0" err="1"/>
              <a:t>tentang</a:t>
            </a:r>
            <a:r>
              <a:rPr lang="en-US" dirty="0"/>
              <a:t> </a:t>
            </a:r>
            <a:r>
              <a:rPr lang="en-US" dirty="0" err="1"/>
              <a:t>seluruh</a:t>
            </a:r>
            <a:r>
              <a:rPr lang="en-US" dirty="0"/>
              <a:t> </a:t>
            </a:r>
            <a:r>
              <a:rPr lang="en-US" dirty="0" err="1"/>
              <a:t>hasil</a:t>
            </a:r>
            <a:r>
              <a:rPr lang="en-US" dirty="0"/>
              <a:t> yang </a:t>
            </a:r>
            <a:r>
              <a:rPr lang="en-US" dirty="0" err="1"/>
              <a:t>diperoleh</a:t>
            </a:r>
            <a:r>
              <a:rPr lang="en-US" dirty="0"/>
              <a:t> </a:t>
            </a:r>
            <a:r>
              <a:rPr lang="en-US" dirty="0" err="1"/>
              <a:t>selama</a:t>
            </a:r>
            <a:r>
              <a:rPr lang="en-US" dirty="0"/>
              <a:t> </a:t>
            </a:r>
            <a:r>
              <a:rPr lang="en-US" dirty="0" err="1"/>
              <a:t>pengerjaan</a:t>
            </a:r>
            <a:r>
              <a:rPr lang="en-US" dirty="0"/>
              <a:t> </a:t>
            </a:r>
            <a:r>
              <a:rPr lang="en-US" dirty="0" err="1"/>
              <a:t>proyek</a:t>
            </a:r>
            <a:r>
              <a:rPr lang="en-US" dirty="0"/>
              <a:t> </a:t>
            </a:r>
            <a:r>
              <a:rPr lang="en-US" dirty="0" err="1"/>
              <a:t>dalam</a:t>
            </a:r>
            <a:r>
              <a:rPr lang="en-US" dirty="0"/>
              <a:t> </a:t>
            </a:r>
            <a:r>
              <a:rPr lang="en-US" dirty="0" err="1"/>
              <a:t>bentuk</a:t>
            </a:r>
            <a:r>
              <a:rPr lang="en-US" dirty="0"/>
              <a:t> </a:t>
            </a:r>
            <a:r>
              <a:rPr lang="en-US" dirty="0" err="1"/>
              <a:t>dokumen</a:t>
            </a:r>
            <a:r>
              <a:rPr lang="en-US" dirty="0"/>
              <a:t> </a:t>
            </a:r>
            <a:r>
              <a:rPr lang="en-US" dirty="0" err="1"/>
              <a:t>laporan</a:t>
            </a:r>
            <a:r>
              <a:rPr lang="en-US" dirty="0"/>
              <a:t>.</a:t>
            </a:r>
          </a:p>
          <a:p>
            <a:r>
              <a:rPr lang="en-US" dirty="0" err="1"/>
              <a:t>Tujuan</a:t>
            </a:r>
            <a:endParaRPr lang="en-US" dirty="0"/>
          </a:p>
          <a:p>
            <a:pPr lvl="1"/>
            <a:r>
              <a:rPr lang="en-US" dirty="0" err="1"/>
              <a:t>Secara</a:t>
            </a:r>
            <a:r>
              <a:rPr lang="en-US" dirty="0"/>
              <a:t> formal </a:t>
            </a:r>
            <a:r>
              <a:rPr lang="en-US" dirty="0" err="1"/>
              <a:t>mengakhiri</a:t>
            </a:r>
            <a:r>
              <a:rPr lang="en-US" dirty="0"/>
              <a:t> </a:t>
            </a:r>
            <a:r>
              <a:rPr lang="en-US" dirty="0" err="1"/>
              <a:t>proyek</a:t>
            </a:r>
            <a:r>
              <a:rPr lang="en-US" dirty="0"/>
              <a:t> </a:t>
            </a:r>
            <a:r>
              <a:rPr lang="en-US" dirty="0" err="1"/>
              <a:t>dengan</a:t>
            </a:r>
            <a:r>
              <a:rPr lang="en-US" dirty="0"/>
              <a:t> </a:t>
            </a:r>
            <a:r>
              <a:rPr lang="en-US" dirty="0" err="1"/>
              <a:t>semua</a:t>
            </a:r>
            <a:r>
              <a:rPr lang="en-US" dirty="0"/>
              <a:t> stakeholder</a:t>
            </a:r>
          </a:p>
          <a:p>
            <a:r>
              <a:rPr lang="en-US" dirty="0" err="1"/>
              <a:t>Mekanisme</a:t>
            </a:r>
            <a:r>
              <a:rPr lang="en-US" dirty="0"/>
              <a:t> </a:t>
            </a:r>
          </a:p>
          <a:p>
            <a:pPr lvl="1"/>
            <a:r>
              <a:rPr lang="en-US" dirty="0" err="1"/>
              <a:t>Laporan</a:t>
            </a:r>
            <a:r>
              <a:rPr lang="en-US" dirty="0"/>
              <a:t> </a:t>
            </a:r>
            <a:r>
              <a:rPr lang="en-US" dirty="0" err="1"/>
              <a:t>pelaksanaan</a:t>
            </a:r>
            <a:r>
              <a:rPr lang="en-US" dirty="0"/>
              <a:t> </a:t>
            </a:r>
            <a:r>
              <a:rPr lang="en-US" dirty="0" err="1"/>
              <a:t>pekerjaan</a:t>
            </a:r>
            <a:endParaRPr lang="en-US" dirty="0"/>
          </a:p>
          <a:p>
            <a:pPr lvl="1"/>
            <a:r>
              <a:rPr lang="en-US" dirty="0" err="1"/>
              <a:t>Laporan</a:t>
            </a:r>
            <a:r>
              <a:rPr lang="en-US" dirty="0"/>
              <a:t> </a:t>
            </a:r>
            <a:r>
              <a:rPr lang="en-US" dirty="0" err="1"/>
              <a:t>penyelesaian</a:t>
            </a:r>
            <a:r>
              <a:rPr lang="en-US" dirty="0"/>
              <a:t> </a:t>
            </a:r>
            <a:r>
              <a:rPr lang="en-US" dirty="0" err="1"/>
              <a:t>pekerjaan</a:t>
            </a:r>
            <a:endParaRPr lang="en-US" dirty="0"/>
          </a:p>
          <a:p>
            <a:pPr lvl="1"/>
            <a:r>
              <a:rPr lang="en-US" dirty="0" err="1"/>
              <a:t>Berita</a:t>
            </a:r>
            <a:r>
              <a:rPr lang="en-US" dirty="0"/>
              <a:t> </a:t>
            </a:r>
            <a:r>
              <a:rPr lang="en-US" dirty="0" err="1"/>
              <a:t>acara</a:t>
            </a:r>
            <a:r>
              <a:rPr lang="en-US" dirty="0"/>
              <a:t> </a:t>
            </a:r>
            <a:r>
              <a:rPr lang="en-US" dirty="0" err="1"/>
              <a:t>penyelesaian</a:t>
            </a:r>
            <a:r>
              <a:rPr lang="en-US" dirty="0"/>
              <a:t> </a:t>
            </a:r>
            <a:r>
              <a:rPr lang="en-US" dirty="0" err="1"/>
              <a:t>pekerjaan</a:t>
            </a:r>
            <a:endParaRPr lang="en-US" dirty="0"/>
          </a:p>
          <a:p>
            <a:pPr lvl="1"/>
            <a:r>
              <a:rPr lang="en-US" dirty="0" err="1"/>
              <a:t>Berita</a:t>
            </a:r>
            <a:r>
              <a:rPr lang="en-US" dirty="0"/>
              <a:t> </a:t>
            </a:r>
            <a:r>
              <a:rPr lang="en-US" dirty="0" err="1"/>
              <a:t>acara</a:t>
            </a:r>
            <a:r>
              <a:rPr lang="en-US" dirty="0"/>
              <a:t> </a:t>
            </a:r>
            <a:r>
              <a:rPr lang="en-US" dirty="0" err="1"/>
              <a:t>serah</a:t>
            </a:r>
            <a:r>
              <a:rPr lang="en-US" dirty="0"/>
              <a:t> </a:t>
            </a:r>
            <a:r>
              <a:rPr lang="en-US" dirty="0" err="1"/>
              <a:t>terima</a:t>
            </a:r>
            <a:r>
              <a:rPr lang="en-US" dirty="0"/>
              <a:t> </a:t>
            </a:r>
            <a:r>
              <a:rPr lang="en-US" dirty="0" err="1"/>
              <a:t>pekerjaan</a:t>
            </a:r>
            <a:endParaRPr lang="en-US" dirty="0"/>
          </a:p>
          <a:p>
            <a:pPr lvl="1"/>
            <a:r>
              <a:rPr lang="en-US" dirty="0" err="1"/>
              <a:t>Pembubaran</a:t>
            </a:r>
            <a:r>
              <a:rPr lang="en-US" dirty="0"/>
              <a:t> </a:t>
            </a:r>
            <a:r>
              <a:rPr lang="en-US" dirty="0" err="1"/>
              <a:t>tim</a:t>
            </a:r>
            <a:r>
              <a:rPr lang="en-US" dirty="0"/>
              <a:t> </a:t>
            </a:r>
            <a:r>
              <a:rPr lang="en-US" dirty="0" err="1"/>
              <a:t>proyek</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514600"/>
            <a:ext cx="8229600" cy="1399032"/>
          </a:xfrm>
        </p:spPr>
        <p:txBody>
          <a:bodyPr/>
          <a:lstStyle/>
          <a:p>
            <a:pPr algn="ctr"/>
            <a:r>
              <a:rPr lang="en-US" dirty="0"/>
              <a:t>Why Do Project Fail?</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Failure</a:t>
            </a:r>
          </a:p>
        </p:txBody>
      </p:sp>
      <p:sp>
        <p:nvSpPr>
          <p:cNvPr id="3" name="Content Placeholder 2"/>
          <p:cNvSpPr>
            <a:spLocks noGrp="1"/>
          </p:cNvSpPr>
          <p:nvPr>
            <p:ph idx="1"/>
          </p:nvPr>
        </p:nvSpPr>
        <p:spPr/>
        <p:txBody>
          <a:bodyPr/>
          <a:lstStyle/>
          <a:p>
            <a:endParaRPr lang="en-US"/>
          </a:p>
        </p:txBody>
      </p:sp>
      <p:pic>
        <p:nvPicPr>
          <p:cNvPr id="7170" name="Picture 2"/>
          <p:cNvPicPr>
            <a:picLocks noChangeAspect="1" noChangeArrowheads="1"/>
          </p:cNvPicPr>
          <p:nvPr/>
        </p:nvPicPr>
        <p:blipFill>
          <a:blip r:embed="rId2"/>
          <a:srcRect/>
          <a:stretch>
            <a:fillRect/>
          </a:stretch>
        </p:blipFill>
        <p:spPr bwMode="auto">
          <a:xfrm>
            <a:off x="1447800" y="1904999"/>
            <a:ext cx="5867400" cy="4610923"/>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Failure</a:t>
            </a:r>
          </a:p>
        </p:txBody>
      </p:sp>
      <p:sp>
        <p:nvSpPr>
          <p:cNvPr id="3" name="Content Placeholder 2"/>
          <p:cNvSpPr>
            <a:spLocks noGrp="1"/>
          </p:cNvSpPr>
          <p:nvPr>
            <p:ph idx="1"/>
          </p:nvPr>
        </p:nvSpPr>
        <p:spPr/>
        <p:txBody>
          <a:bodyPr/>
          <a:lstStyle/>
          <a:p>
            <a:r>
              <a:rPr lang="en-US" dirty="0"/>
              <a:t>New user acceptance</a:t>
            </a:r>
          </a:p>
          <a:p>
            <a:r>
              <a:rPr lang="en-US" dirty="0"/>
              <a:t>Insufficient contingency planning </a:t>
            </a:r>
          </a:p>
          <a:p>
            <a:r>
              <a:rPr lang="en-US" dirty="0"/>
              <a:t>Lack of thorough testing</a:t>
            </a:r>
          </a:p>
          <a:p>
            <a:r>
              <a:rPr lang="en-US" dirty="0"/>
              <a:t>Knowledge transfer</a:t>
            </a:r>
          </a:p>
          <a:p>
            <a:r>
              <a:rPr lang="en-US" dirty="0"/>
              <a:t>Ineffective communication </a:t>
            </a:r>
          </a:p>
          <a:p>
            <a:r>
              <a:rPr lang="en-US" dirty="0"/>
              <a:t>Assumptions </a:t>
            </a:r>
          </a:p>
          <a:p>
            <a:r>
              <a:rPr lang="en-US" dirty="0"/>
              <a:t>People problems </a:t>
            </a:r>
          </a:p>
          <a:p>
            <a:r>
              <a:rPr lang="en-US" dirty="0"/>
              <a:t>Decision making/authority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Failure</a:t>
            </a:r>
          </a:p>
        </p:txBody>
      </p:sp>
      <p:sp>
        <p:nvSpPr>
          <p:cNvPr id="3" name="Content Placeholder 2"/>
          <p:cNvSpPr>
            <a:spLocks noGrp="1"/>
          </p:cNvSpPr>
          <p:nvPr>
            <p:ph idx="1"/>
          </p:nvPr>
        </p:nvSpPr>
        <p:spPr/>
        <p:txBody>
          <a:bodyPr/>
          <a:lstStyle/>
          <a:p>
            <a:r>
              <a:rPr lang="en-US" dirty="0"/>
              <a:t>Poor project specification </a:t>
            </a:r>
          </a:p>
          <a:p>
            <a:r>
              <a:rPr lang="en-US" dirty="0"/>
              <a:t>Timescales that are too long </a:t>
            </a:r>
          </a:p>
          <a:p>
            <a:r>
              <a:rPr lang="en-US" dirty="0"/>
              <a:t>Inappropriate staff </a:t>
            </a:r>
          </a:p>
          <a:p>
            <a:r>
              <a:rPr lang="en-US" dirty="0"/>
              <a:t>Insufficient involvement by senior management </a:t>
            </a:r>
          </a:p>
          <a:p>
            <a:r>
              <a:rPr lang="en-US" dirty="0"/>
              <a:t>Failure to manage user expectations </a:t>
            </a:r>
          </a:p>
          <a:p>
            <a:r>
              <a:rPr lang="en-US" dirty="0"/>
              <a:t>Failure to manage the change required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Failure</a:t>
            </a:r>
          </a:p>
        </p:txBody>
      </p:sp>
      <p:sp>
        <p:nvSpPr>
          <p:cNvPr id="3" name="Content Placeholder 2"/>
          <p:cNvSpPr>
            <a:spLocks noGrp="1"/>
          </p:cNvSpPr>
          <p:nvPr>
            <p:ph idx="1"/>
          </p:nvPr>
        </p:nvSpPr>
        <p:spPr/>
        <p:txBody>
          <a:bodyPr/>
          <a:lstStyle/>
          <a:p>
            <a:r>
              <a:rPr lang="en-US" dirty="0"/>
              <a:t>NASA’s Mars Climate Orbiter Project </a:t>
            </a:r>
          </a:p>
          <a:p>
            <a:pPr lvl="1"/>
            <a:r>
              <a:rPr lang="en-US" dirty="0"/>
              <a:t>two teams involved in the space probe development were using different systems of measurement – one was using </a:t>
            </a:r>
            <a:r>
              <a:rPr lang="en-US" dirty="0" err="1"/>
              <a:t>metres</a:t>
            </a:r>
            <a:r>
              <a:rPr lang="en-US" dirty="0"/>
              <a:t>, </a:t>
            </a:r>
            <a:r>
              <a:rPr lang="en-US" dirty="0" err="1"/>
              <a:t>centimetres</a:t>
            </a:r>
            <a:r>
              <a:rPr lang="en-US" dirty="0"/>
              <a:t> and </a:t>
            </a:r>
            <a:r>
              <a:rPr lang="en-US" dirty="0" err="1"/>
              <a:t>kilogrammes</a:t>
            </a:r>
            <a:r>
              <a:rPr lang="en-US" dirty="0"/>
              <a:t>, the other was using feet, inches and pounds.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Successful Project</a:t>
            </a:r>
          </a:p>
        </p:txBody>
      </p:sp>
      <p:sp>
        <p:nvSpPr>
          <p:cNvPr id="3" name="Content Placeholder 2"/>
          <p:cNvSpPr>
            <a:spLocks noGrp="1"/>
          </p:cNvSpPr>
          <p:nvPr>
            <p:ph idx="1"/>
          </p:nvPr>
        </p:nvSpPr>
        <p:spPr/>
        <p:txBody>
          <a:bodyPr>
            <a:normAutofit fontScale="85000" lnSpcReduction="20000"/>
          </a:bodyPr>
          <a:lstStyle/>
          <a:p>
            <a:r>
              <a:rPr lang="en-US" dirty="0"/>
              <a:t>Select appropriate processes required to meet the project objectives</a:t>
            </a:r>
          </a:p>
          <a:p>
            <a:r>
              <a:rPr lang="en-US" dirty="0"/>
              <a:t>Use a defined approach that can be adapted to meet requirements</a:t>
            </a:r>
          </a:p>
          <a:p>
            <a:r>
              <a:rPr lang="en-US" dirty="0"/>
              <a:t>Establish and maintain appropriate communication and engagement with stakeholders</a:t>
            </a:r>
          </a:p>
          <a:p>
            <a:r>
              <a:rPr lang="en-US" dirty="0"/>
              <a:t>Comply with requirements to meet stakeholder needs and expectations</a:t>
            </a:r>
          </a:p>
          <a:p>
            <a:r>
              <a:rPr lang="en-US" dirty="0"/>
              <a:t>Balance the competing constraints of scope, schedule, budget, quality, resources, and risk to produce the specified product, service, or result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Management Process </a:t>
            </a:r>
            <a:r>
              <a:rPr lang="en-US" dirty="0" err="1"/>
              <a:t>dan</a:t>
            </a:r>
            <a:r>
              <a:rPr lang="en-US" dirty="0"/>
              <a:t> PMBOK</a:t>
            </a:r>
          </a:p>
        </p:txBody>
      </p:sp>
      <p:sp>
        <p:nvSpPr>
          <p:cNvPr id="3" name="Content Placeholder 2"/>
          <p:cNvSpPr>
            <a:spLocks noGrp="1"/>
          </p:cNvSpPr>
          <p:nvPr>
            <p:ph idx="1"/>
          </p:nvPr>
        </p:nvSpPr>
        <p:spPr/>
        <p:txBody>
          <a:bodyPr/>
          <a:lstStyle/>
          <a:p>
            <a:endParaRPr lang="en-US" dirty="0"/>
          </a:p>
        </p:txBody>
      </p:sp>
      <p:sp>
        <p:nvSpPr>
          <p:cNvPr id="5" name="Oval 39"/>
          <p:cNvSpPr>
            <a:spLocks noChangeArrowheads="1"/>
          </p:cNvSpPr>
          <p:nvPr/>
        </p:nvSpPr>
        <p:spPr bwMode="auto">
          <a:xfrm>
            <a:off x="1828800" y="2057400"/>
            <a:ext cx="5410200" cy="4191000"/>
          </a:xfrm>
          <a:prstGeom prst="ellipse">
            <a:avLst/>
          </a:prstGeom>
          <a:noFill/>
          <a:ln w="19050">
            <a:solidFill>
              <a:schemeClr val="tx1"/>
            </a:solidFill>
            <a:round/>
            <a:headEnd type="none" w="sm" len="sm"/>
            <a:tailEnd type="none" w="sm" len="sm"/>
          </a:ln>
          <a:effectLst/>
        </p:spPr>
        <p:txBody>
          <a:bodyPr wrap="none" anchor="ctr"/>
          <a:lstStyle/>
          <a:p>
            <a:endParaRPr lang="en-US"/>
          </a:p>
        </p:txBody>
      </p:sp>
      <p:sp>
        <p:nvSpPr>
          <p:cNvPr id="28" name="Text Box 40"/>
          <p:cNvSpPr txBox="1">
            <a:spLocks noChangeArrowheads="1"/>
          </p:cNvSpPr>
          <p:nvPr/>
        </p:nvSpPr>
        <p:spPr bwMode="auto">
          <a:xfrm>
            <a:off x="3200400" y="2209800"/>
            <a:ext cx="2819400" cy="701675"/>
          </a:xfrm>
          <a:prstGeom prst="rect">
            <a:avLst/>
          </a:prstGeom>
          <a:noFill/>
          <a:ln w="12700">
            <a:noFill/>
            <a:miter lim="800000"/>
            <a:headEnd type="none" w="sm" len="sm"/>
            <a:tailEnd type="none" w="sm" len="sm"/>
          </a:ln>
          <a:effectLst/>
        </p:spPr>
        <p:txBody>
          <a:bodyPr>
            <a:spAutoFit/>
          </a:bodyPr>
          <a:lstStyle/>
          <a:p>
            <a:pPr algn="ctr">
              <a:spcBef>
                <a:spcPct val="50000"/>
              </a:spcBef>
            </a:pPr>
            <a:r>
              <a:rPr lang="en-US" sz="2000"/>
              <a:t>Project Management Phases</a:t>
            </a:r>
          </a:p>
        </p:txBody>
      </p:sp>
      <p:grpSp>
        <p:nvGrpSpPr>
          <p:cNvPr id="4" name="Group 56"/>
          <p:cNvGrpSpPr/>
          <p:nvPr/>
        </p:nvGrpSpPr>
        <p:grpSpPr>
          <a:xfrm>
            <a:off x="609600" y="1905000"/>
            <a:ext cx="7772400" cy="4549775"/>
            <a:chOff x="381000" y="1295400"/>
            <a:chExt cx="8305800" cy="5159375"/>
          </a:xfrm>
        </p:grpSpPr>
        <p:sp>
          <p:nvSpPr>
            <p:cNvPr id="7" name="Line 37"/>
            <p:cNvSpPr>
              <a:spLocks noChangeShapeType="1"/>
            </p:cNvSpPr>
            <p:nvPr/>
          </p:nvSpPr>
          <p:spPr bwMode="auto">
            <a:xfrm>
              <a:off x="4572000" y="4648200"/>
              <a:ext cx="1066800" cy="0"/>
            </a:xfrm>
            <a:prstGeom prst="line">
              <a:avLst/>
            </a:prstGeom>
            <a:solidFill>
              <a:schemeClr val="accent3">
                <a:lumMod val="20000"/>
                <a:lumOff val="80000"/>
              </a:schemeClr>
            </a:solidFill>
            <a:ln w="38100">
              <a:solidFill>
                <a:schemeClr val="tx1"/>
              </a:solidFill>
              <a:round/>
              <a:headEnd type="none" w="sm" len="sm"/>
              <a:tailEnd type="stealth" w="med" len="med"/>
            </a:ln>
            <a:effectLst/>
          </p:spPr>
          <p:txBody>
            <a:bodyPr wrap="none" anchor="ctr"/>
            <a:lstStyle/>
            <a:p>
              <a:endParaRPr lang="en-US"/>
            </a:p>
          </p:txBody>
        </p:sp>
        <p:sp>
          <p:nvSpPr>
            <p:cNvPr id="8" name="Line 36"/>
            <p:cNvSpPr>
              <a:spLocks noChangeShapeType="1"/>
            </p:cNvSpPr>
            <p:nvPr/>
          </p:nvSpPr>
          <p:spPr bwMode="auto">
            <a:xfrm>
              <a:off x="4114800" y="4953000"/>
              <a:ext cx="381000" cy="381000"/>
            </a:xfrm>
            <a:prstGeom prst="line">
              <a:avLst/>
            </a:prstGeom>
            <a:solidFill>
              <a:schemeClr val="accent3">
                <a:lumMod val="20000"/>
                <a:lumOff val="80000"/>
              </a:schemeClr>
            </a:solidFill>
            <a:ln w="38100">
              <a:solidFill>
                <a:schemeClr val="tx1"/>
              </a:solidFill>
              <a:round/>
              <a:headEnd type="none" w="sm" len="sm"/>
              <a:tailEnd type="stealth" w="med" len="med"/>
            </a:ln>
            <a:effectLst/>
          </p:spPr>
          <p:txBody>
            <a:bodyPr wrap="none" anchor="ctr"/>
            <a:lstStyle/>
            <a:p>
              <a:endParaRPr lang="en-US"/>
            </a:p>
          </p:txBody>
        </p:sp>
        <p:sp>
          <p:nvSpPr>
            <p:cNvPr id="9" name="Line 4"/>
            <p:cNvSpPr>
              <a:spLocks noChangeShapeType="1"/>
            </p:cNvSpPr>
            <p:nvPr/>
          </p:nvSpPr>
          <p:spPr bwMode="auto">
            <a:xfrm>
              <a:off x="5410200" y="3733800"/>
              <a:ext cx="381000" cy="381000"/>
            </a:xfrm>
            <a:prstGeom prst="line">
              <a:avLst/>
            </a:prstGeom>
            <a:solidFill>
              <a:schemeClr val="accent3">
                <a:lumMod val="20000"/>
                <a:lumOff val="80000"/>
              </a:schemeClr>
            </a:solidFill>
            <a:ln w="38100">
              <a:solidFill>
                <a:schemeClr val="tx1"/>
              </a:solidFill>
              <a:round/>
              <a:headEnd type="none" w="sm" len="sm"/>
              <a:tailEnd type="stealth" w="med" len="med"/>
            </a:ln>
            <a:effectLst/>
          </p:spPr>
          <p:txBody>
            <a:bodyPr wrap="none" anchor="ctr"/>
            <a:lstStyle/>
            <a:p>
              <a:endParaRPr lang="en-US"/>
            </a:p>
          </p:txBody>
        </p:sp>
        <p:sp>
          <p:nvSpPr>
            <p:cNvPr id="10" name="Line 5"/>
            <p:cNvSpPr>
              <a:spLocks noChangeShapeType="1"/>
            </p:cNvSpPr>
            <p:nvPr/>
          </p:nvSpPr>
          <p:spPr bwMode="auto">
            <a:xfrm flipV="1">
              <a:off x="4267200" y="3810000"/>
              <a:ext cx="381000" cy="304800"/>
            </a:xfrm>
            <a:prstGeom prst="line">
              <a:avLst/>
            </a:prstGeom>
            <a:solidFill>
              <a:schemeClr val="accent3">
                <a:lumMod val="20000"/>
                <a:lumOff val="80000"/>
              </a:schemeClr>
            </a:solidFill>
            <a:ln w="38100">
              <a:solidFill>
                <a:schemeClr val="tx1"/>
              </a:solidFill>
              <a:round/>
              <a:headEnd type="none" w="sm" len="sm"/>
              <a:tailEnd type="stealth" w="med" len="med"/>
            </a:ln>
            <a:effectLst/>
          </p:spPr>
          <p:txBody>
            <a:bodyPr wrap="none" anchor="ctr"/>
            <a:lstStyle/>
            <a:p>
              <a:endParaRPr lang="en-US"/>
            </a:p>
          </p:txBody>
        </p:sp>
        <p:sp>
          <p:nvSpPr>
            <p:cNvPr id="11" name="Line 8"/>
            <p:cNvSpPr>
              <a:spLocks noChangeShapeType="1"/>
            </p:cNvSpPr>
            <p:nvPr/>
          </p:nvSpPr>
          <p:spPr bwMode="auto">
            <a:xfrm flipH="1">
              <a:off x="4589463" y="4321175"/>
              <a:ext cx="990600" cy="0"/>
            </a:xfrm>
            <a:prstGeom prst="line">
              <a:avLst/>
            </a:prstGeom>
            <a:solidFill>
              <a:schemeClr val="accent3">
                <a:lumMod val="20000"/>
                <a:lumOff val="80000"/>
              </a:schemeClr>
            </a:solidFill>
            <a:ln w="38100">
              <a:solidFill>
                <a:schemeClr val="tx1"/>
              </a:solidFill>
              <a:round/>
              <a:headEnd type="none" w="sm" len="sm"/>
              <a:tailEnd type="stealth" w="med" len="med"/>
            </a:ln>
            <a:effectLst/>
          </p:spPr>
          <p:txBody>
            <a:bodyPr wrap="none" anchor="ctr"/>
            <a:lstStyle/>
            <a:p>
              <a:endParaRPr lang="en-US"/>
            </a:p>
          </p:txBody>
        </p:sp>
        <p:sp>
          <p:nvSpPr>
            <p:cNvPr id="12" name="Oval 10"/>
            <p:cNvSpPr>
              <a:spLocks noChangeArrowheads="1"/>
            </p:cNvSpPr>
            <p:nvPr/>
          </p:nvSpPr>
          <p:spPr bwMode="auto">
            <a:xfrm>
              <a:off x="2209800" y="2895600"/>
              <a:ext cx="1447800" cy="990600"/>
            </a:xfrm>
            <a:prstGeom prst="ellipse">
              <a:avLst/>
            </a:prstGeom>
            <a:solidFill>
              <a:schemeClr val="accent3">
                <a:lumMod val="20000"/>
                <a:lumOff val="80000"/>
              </a:schemeClr>
            </a:solidFill>
            <a:ln w="19050">
              <a:solidFill>
                <a:schemeClr val="tx1"/>
              </a:solidFill>
              <a:round/>
              <a:headEnd type="none" w="sm" len="sm"/>
              <a:tailEnd type="none" w="sm" len="sm"/>
            </a:ln>
            <a:effectLst/>
          </p:spPr>
          <p:txBody>
            <a:bodyPr wrap="none" anchor="ctr"/>
            <a:lstStyle/>
            <a:p>
              <a:endParaRPr lang="en-US"/>
            </a:p>
          </p:txBody>
        </p:sp>
        <p:sp>
          <p:nvSpPr>
            <p:cNvPr id="13" name="Rectangle 11"/>
            <p:cNvSpPr>
              <a:spLocks noChangeArrowheads="1"/>
            </p:cNvSpPr>
            <p:nvPr/>
          </p:nvSpPr>
          <p:spPr bwMode="auto">
            <a:xfrm>
              <a:off x="2301875" y="3024188"/>
              <a:ext cx="1281113" cy="700088"/>
            </a:xfrm>
            <a:prstGeom prst="rect">
              <a:avLst/>
            </a:prstGeom>
            <a:solidFill>
              <a:schemeClr val="accent3">
                <a:lumMod val="20000"/>
                <a:lumOff val="80000"/>
              </a:schemeClr>
            </a:solidFill>
            <a:ln w="25400">
              <a:noFill/>
              <a:miter lim="800000"/>
              <a:headEnd/>
              <a:tailEnd/>
            </a:ln>
            <a:effectLst/>
          </p:spPr>
          <p:txBody>
            <a:bodyPr wrap="none" lIns="92075" tIns="46038" rIns="92075" bIns="46038" anchor="ctr"/>
            <a:lstStyle/>
            <a:p>
              <a:pPr algn="ctr" eaLnBrk="0" hangingPunct="0"/>
              <a:endParaRPr lang="en-US"/>
            </a:p>
          </p:txBody>
        </p:sp>
        <p:sp>
          <p:nvSpPr>
            <p:cNvPr id="14" name="Rectangle 12"/>
            <p:cNvSpPr>
              <a:spLocks noChangeArrowheads="1"/>
            </p:cNvSpPr>
            <p:nvPr/>
          </p:nvSpPr>
          <p:spPr bwMode="auto">
            <a:xfrm>
              <a:off x="2303463" y="3200400"/>
              <a:ext cx="1277938" cy="366713"/>
            </a:xfrm>
            <a:prstGeom prst="rect">
              <a:avLst/>
            </a:prstGeom>
            <a:solidFill>
              <a:schemeClr val="accent3">
                <a:lumMod val="20000"/>
                <a:lumOff val="80000"/>
              </a:schemeClr>
            </a:solidFill>
            <a:ln w="9525">
              <a:noFill/>
              <a:miter lim="800000"/>
              <a:headEnd/>
              <a:tailEnd/>
            </a:ln>
            <a:effectLst/>
          </p:spPr>
          <p:txBody>
            <a:bodyPr lIns="92075" tIns="46038" rIns="92075" bIns="46038">
              <a:spAutoFit/>
            </a:bodyPr>
            <a:lstStyle/>
            <a:p>
              <a:pPr algn="ctr" eaLnBrk="0" hangingPunct="0">
                <a:spcBef>
                  <a:spcPct val="50000"/>
                </a:spcBef>
              </a:pPr>
              <a:r>
                <a:rPr lang="en-US" sz="1800" b="1" dirty="0">
                  <a:solidFill>
                    <a:srgbClr val="000000"/>
                  </a:solidFill>
                  <a:latin typeface="Arial" charset="0"/>
                </a:rPr>
                <a:t>Initiation</a:t>
              </a:r>
            </a:p>
          </p:txBody>
        </p:sp>
        <p:sp>
          <p:nvSpPr>
            <p:cNvPr id="15" name="Oval 14"/>
            <p:cNvSpPr>
              <a:spLocks noChangeArrowheads="1"/>
            </p:cNvSpPr>
            <p:nvPr/>
          </p:nvSpPr>
          <p:spPr bwMode="auto">
            <a:xfrm>
              <a:off x="4343400" y="2895600"/>
              <a:ext cx="1447800" cy="990600"/>
            </a:xfrm>
            <a:prstGeom prst="ellipse">
              <a:avLst/>
            </a:prstGeom>
            <a:solidFill>
              <a:schemeClr val="accent3">
                <a:lumMod val="20000"/>
                <a:lumOff val="80000"/>
              </a:schemeClr>
            </a:solidFill>
            <a:ln w="19050">
              <a:solidFill>
                <a:schemeClr val="tx1"/>
              </a:solidFill>
              <a:round/>
              <a:headEnd type="none" w="sm" len="sm"/>
              <a:tailEnd type="none" w="sm" len="sm"/>
            </a:ln>
            <a:effectLst/>
          </p:spPr>
          <p:txBody>
            <a:bodyPr wrap="none" anchor="ctr"/>
            <a:lstStyle/>
            <a:p>
              <a:endParaRPr lang="en-US"/>
            </a:p>
          </p:txBody>
        </p:sp>
        <p:sp>
          <p:nvSpPr>
            <p:cNvPr id="16" name="Rectangle 15"/>
            <p:cNvSpPr>
              <a:spLocks noChangeArrowheads="1"/>
            </p:cNvSpPr>
            <p:nvPr/>
          </p:nvSpPr>
          <p:spPr bwMode="auto">
            <a:xfrm>
              <a:off x="4435475" y="3024188"/>
              <a:ext cx="1281113" cy="700088"/>
            </a:xfrm>
            <a:prstGeom prst="rect">
              <a:avLst/>
            </a:prstGeom>
            <a:solidFill>
              <a:schemeClr val="accent3">
                <a:lumMod val="20000"/>
                <a:lumOff val="80000"/>
              </a:schemeClr>
            </a:solidFill>
            <a:ln w="25400">
              <a:noFill/>
              <a:miter lim="800000"/>
              <a:headEnd/>
              <a:tailEnd/>
            </a:ln>
            <a:effectLst/>
          </p:spPr>
          <p:txBody>
            <a:bodyPr wrap="none" lIns="92075" tIns="46038" rIns="92075" bIns="46038" anchor="ctr"/>
            <a:lstStyle/>
            <a:p>
              <a:pPr algn="ctr" eaLnBrk="0" hangingPunct="0"/>
              <a:endParaRPr lang="en-US"/>
            </a:p>
          </p:txBody>
        </p:sp>
        <p:sp>
          <p:nvSpPr>
            <p:cNvPr id="17" name="Rectangle 16"/>
            <p:cNvSpPr>
              <a:spLocks noChangeArrowheads="1"/>
            </p:cNvSpPr>
            <p:nvPr/>
          </p:nvSpPr>
          <p:spPr bwMode="auto">
            <a:xfrm>
              <a:off x="4437063" y="3200400"/>
              <a:ext cx="1277938" cy="366713"/>
            </a:xfrm>
            <a:prstGeom prst="rect">
              <a:avLst/>
            </a:prstGeom>
            <a:solidFill>
              <a:schemeClr val="accent3">
                <a:lumMod val="20000"/>
                <a:lumOff val="80000"/>
              </a:schemeClr>
            </a:solidFill>
            <a:ln w="9525">
              <a:noFill/>
              <a:miter lim="800000"/>
              <a:headEnd/>
              <a:tailEnd/>
            </a:ln>
            <a:effectLst/>
          </p:spPr>
          <p:txBody>
            <a:bodyPr lIns="92075" tIns="46038" rIns="92075" bIns="46038">
              <a:spAutoFit/>
            </a:bodyPr>
            <a:lstStyle/>
            <a:p>
              <a:pPr algn="ctr" eaLnBrk="0" hangingPunct="0">
                <a:spcBef>
                  <a:spcPct val="50000"/>
                </a:spcBef>
              </a:pPr>
              <a:r>
                <a:rPr lang="en-US" sz="1800" b="1">
                  <a:solidFill>
                    <a:srgbClr val="000000"/>
                  </a:solidFill>
                  <a:latin typeface="Arial" charset="0"/>
                </a:rPr>
                <a:t>Planning</a:t>
              </a:r>
            </a:p>
          </p:txBody>
        </p:sp>
        <p:sp>
          <p:nvSpPr>
            <p:cNvPr id="18" name="Oval 18"/>
            <p:cNvSpPr>
              <a:spLocks noChangeArrowheads="1"/>
            </p:cNvSpPr>
            <p:nvPr/>
          </p:nvSpPr>
          <p:spPr bwMode="auto">
            <a:xfrm>
              <a:off x="3200400" y="4038600"/>
              <a:ext cx="1447800" cy="990600"/>
            </a:xfrm>
            <a:prstGeom prst="ellipse">
              <a:avLst/>
            </a:prstGeom>
            <a:solidFill>
              <a:schemeClr val="accent3">
                <a:lumMod val="20000"/>
                <a:lumOff val="80000"/>
              </a:schemeClr>
            </a:solidFill>
            <a:ln w="19050">
              <a:solidFill>
                <a:schemeClr val="tx1"/>
              </a:solidFill>
              <a:round/>
              <a:headEnd type="none" w="sm" len="sm"/>
              <a:tailEnd type="none" w="sm" len="sm"/>
            </a:ln>
            <a:effectLst/>
          </p:spPr>
          <p:txBody>
            <a:bodyPr wrap="none" anchor="ctr"/>
            <a:lstStyle/>
            <a:p>
              <a:endParaRPr lang="en-US"/>
            </a:p>
          </p:txBody>
        </p:sp>
        <p:sp>
          <p:nvSpPr>
            <p:cNvPr id="19" name="Rectangle 19"/>
            <p:cNvSpPr>
              <a:spLocks noChangeArrowheads="1"/>
            </p:cNvSpPr>
            <p:nvPr/>
          </p:nvSpPr>
          <p:spPr bwMode="auto">
            <a:xfrm>
              <a:off x="3292475" y="4167188"/>
              <a:ext cx="1281113" cy="700088"/>
            </a:xfrm>
            <a:prstGeom prst="rect">
              <a:avLst/>
            </a:prstGeom>
            <a:solidFill>
              <a:schemeClr val="accent3">
                <a:lumMod val="20000"/>
                <a:lumOff val="80000"/>
              </a:schemeClr>
            </a:solidFill>
            <a:ln w="25400">
              <a:noFill/>
              <a:miter lim="800000"/>
              <a:headEnd/>
              <a:tailEnd/>
            </a:ln>
            <a:effectLst/>
          </p:spPr>
          <p:txBody>
            <a:bodyPr wrap="none" lIns="92075" tIns="46038" rIns="92075" bIns="46038" anchor="ctr"/>
            <a:lstStyle/>
            <a:p>
              <a:pPr algn="ctr" eaLnBrk="0" hangingPunct="0"/>
              <a:endParaRPr lang="en-US"/>
            </a:p>
          </p:txBody>
        </p:sp>
        <p:sp>
          <p:nvSpPr>
            <p:cNvPr id="20" name="Rectangle 20"/>
            <p:cNvSpPr>
              <a:spLocks noChangeArrowheads="1"/>
            </p:cNvSpPr>
            <p:nvPr/>
          </p:nvSpPr>
          <p:spPr bwMode="auto">
            <a:xfrm>
              <a:off x="3294063" y="4343400"/>
              <a:ext cx="1277938" cy="366713"/>
            </a:xfrm>
            <a:prstGeom prst="rect">
              <a:avLst/>
            </a:prstGeom>
            <a:solidFill>
              <a:schemeClr val="accent3">
                <a:lumMod val="20000"/>
                <a:lumOff val="80000"/>
              </a:schemeClr>
            </a:solidFill>
            <a:ln w="9525">
              <a:noFill/>
              <a:miter lim="800000"/>
              <a:headEnd/>
              <a:tailEnd/>
            </a:ln>
            <a:effectLst/>
          </p:spPr>
          <p:txBody>
            <a:bodyPr lIns="92075" tIns="46038" rIns="92075" bIns="46038">
              <a:spAutoFit/>
            </a:bodyPr>
            <a:lstStyle/>
            <a:p>
              <a:pPr algn="ctr" eaLnBrk="0" hangingPunct="0">
                <a:spcBef>
                  <a:spcPct val="50000"/>
                </a:spcBef>
              </a:pPr>
              <a:r>
                <a:rPr lang="en-US" sz="1800" b="1">
                  <a:solidFill>
                    <a:srgbClr val="000000"/>
                  </a:solidFill>
                  <a:latin typeface="Arial" charset="0"/>
                </a:rPr>
                <a:t>Control</a:t>
              </a:r>
            </a:p>
          </p:txBody>
        </p:sp>
        <p:sp>
          <p:nvSpPr>
            <p:cNvPr id="21" name="Oval 22"/>
            <p:cNvSpPr>
              <a:spLocks noChangeArrowheads="1"/>
            </p:cNvSpPr>
            <p:nvPr/>
          </p:nvSpPr>
          <p:spPr bwMode="auto">
            <a:xfrm>
              <a:off x="5562600" y="3962400"/>
              <a:ext cx="1447800" cy="990600"/>
            </a:xfrm>
            <a:prstGeom prst="ellipse">
              <a:avLst/>
            </a:prstGeom>
            <a:solidFill>
              <a:schemeClr val="accent3">
                <a:lumMod val="20000"/>
                <a:lumOff val="80000"/>
              </a:schemeClr>
            </a:solidFill>
            <a:ln w="19050">
              <a:solidFill>
                <a:schemeClr val="tx1"/>
              </a:solidFill>
              <a:round/>
              <a:headEnd type="none" w="sm" len="sm"/>
              <a:tailEnd type="none" w="sm" len="sm"/>
            </a:ln>
            <a:effectLst/>
          </p:spPr>
          <p:txBody>
            <a:bodyPr wrap="none" anchor="ctr"/>
            <a:lstStyle/>
            <a:p>
              <a:endParaRPr lang="en-US"/>
            </a:p>
          </p:txBody>
        </p:sp>
        <p:sp>
          <p:nvSpPr>
            <p:cNvPr id="22" name="Rectangle 23"/>
            <p:cNvSpPr>
              <a:spLocks noChangeArrowheads="1"/>
            </p:cNvSpPr>
            <p:nvPr/>
          </p:nvSpPr>
          <p:spPr bwMode="auto">
            <a:xfrm>
              <a:off x="5654675" y="4090988"/>
              <a:ext cx="1281113" cy="700088"/>
            </a:xfrm>
            <a:prstGeom prst="rect">
              <a:avLst/>
            </a:prstGeom>
            <a:solidFill>
              <a:schemeClr val="accent3">
                <a:lumMod val="20000"/>
                <a:lumOff val="80000"/>
              </a:schemeClr>
            </a:solidFill>
            <a:ln w="25400">
              <a:noFill/>
              <a:miter lim="800000"/>
              <a:headEnd/>
              <a:tailEnd/>
            </a:ln>
            <a:effectLst/>
          </p:spPr>
          <p:txBody>
            <a:bodyPr wrap="none" lIns="92075" tIns="46038" rIns="92075" bIns="46038" anchor="ctr"/>
            <a:lstStyle/>
            <a:p>
              <a:pPr algn="ctr" eaLnBrk="0" hangingPunct="0"/>
              <a:endParaRPr lang="en-US"/>
            </a:p>
          </p:txBody>
        </p:sp>
        <p:sp>
          <p:nvSpPr>
            <p:cNvPr id="23" name="Rectangle 24"/>
            <p:cNvSpPr>
              <a:spLocks noChangeArrowheads="1"/>
            </p:cNvSpPr>
            <p:nvPr/>
          </p:nvSpPr>
          <p:spPr bwMode="auto">
            <a:xfrm>
              <a:off x="5656263" y="4267200"/>
              <a:ext cx="1277938" cy="366713"/>
            </a:xfrm>
            <a:prstGeom prst="rect">
              <a:avLst/>
            </a:prstGeom>
            <a:solidFill>
              <a:schemeClr val="accent3">
                <a:lumMod val="20000"/>
                <a:lumOff val="80000"/>
              </a:schemeClr>
            </a:solidFill>
            <a:ln w="9525">
              <a:noFill/>
              <a:miter lim="800000"/>
              <a:headEnd/>
              <a:tailEnd/>
            </a:ln>
            <a:effectLst/>
          </p:spPr>
          <p:txBody>
            <a:bodyPr lIns="92075" tIns="46038" rIns="92075" bIns="46038">
              <a:spAutoFit/>
            </a:bodyPr>
            <a:lstStyle/>
            <a:p>
              <a:pPr algn="ctr" eaLnBrk="0" hangingPunct="0">
                <a:spcBef>
                  <a:spcPct val="50000"/>
                </a:spcBef>
              </a:pPr>
              <a:r>
                <a:rPr lang="en-US" sz="1800" b="1">
                  <a:solidFill>
                    <a:srgbClr val="000000"/>
                  </a:solidFill>
                  <a:latin typeface="Arial" charset="0"/>
                </a:rPr>
                <a:t>Execution</a:t>
              </a:r>
            </a:p>
          </p:txBody>
        </p:sp>
        <p:sp>
          <p:nvSpPr>
            <p:cNvPr id="24" name="Oval 26"/>
            <p:cNvSpPr>
              <a:spLocks noChangeArrowheads="1"/>
            </p:cNvSpPr>
            <p:nvPr/>
          </p:nvSpPr>
          <p:spPr bwMode="auto">
            <a:xfrm>
              <a:off x="4343400" y="5105400"/>
              <a:ext cx="1447800" cy="990600"/>
            </a:xfrm>
            <a:prstGeom prst="ellipse">
              <a:avLst/>
            </a:prstGeom>
            <a:solidFill>
              <a:schemeClr val="accent3">
                <a:lumMod val="20000"/>
                <a:lumOff val="80000"/>
              </a:schemeClr>
            </a:solidFill>
            <a:ln w="19050">
              <a:solidFill>
                <a:schemeClr val="tx1"/>
              </a:solidFill>
              <a:round/>
              <a:headEnd type="none" w="sm" len="sm"/>
              <a:tailEnd type="none" w="sm" len="sm"/>
            </a:ln>
            <a:effectLst/>
          </p:spPr>
          <p:txBody>
            <a:bodyPr wrap="none" anchor="ctr"/>
            <a:lstStyle/>
            <a:p>
              <a:endParaRPr lang="en-US"/>
            </a:p>
          </p:txBody>
        </p:sp>
        <p:sp>
          <p:nvSpPr>
            <p:cNvPr id="25" name="Rectangle 27"/>
            <p:cNvSpPr>
              <a:spLocks noChangeArrowheads="1"/>
            </p:cNvSpPr>
            <p:nvPr/>
          </p:nvSpPr>
          <p:spPr bwMode="auto">
            <a:xfrm>
              <a:off x="4435475" y="5233988"/>
              <a:ext cx="1281113" cy="700088"/>
            </a:xfrm>
            <a:prstGeom prst="rect">
              <a:avLst/>
            </a:prstGeom>
            <a:solidFill>
              <a:schemeClr val="accent3">
                <a:lumMod val="20000"/>
                <a:lumOff val="80000"/>
              </a:schemeClr>
            </a:solidFill>
            <a:ln w="25400">
              <a:noFill/>
              <a:miter lim="800000"/>
              <a:headEnd/>
              <a:tailEnd/>
            </a:ln>
            <a:effectLst/>
          </p:spPr>
          <p:txBody>
            <a:bodyPr wrap="none" lIns="92075" tIns="46038" rIns="92075" bIns="46038" anchor="ctr"/>
            <a:lstStyle/>
            <a:p>
              <a:pPr algn="ctr" eaLnBrk="0" hangingPunct="0"/>
              <a:endParaRPr lang="en-US"/>
            </a:p>
          </p:txBody>
        </p:sp>
        <p:sp>
          <p:nvSpPr>
            <p:cNvPr id="26" name="Rectangle 28"/>
            <p:cNvSpPr>
              <a:spLocks noChangeArrowheads="1"/>
            </p:cNvSpPr>
            <p:nvPr/>
          </p:nvSpPr>
          <p:spPr bwMode="auto">
            <a:xfrm>
              <a:off x="4437063" y="5410200"/>
              <a:ext cx="1277938" cy="366713"/>
            </a:xfrm>
            <a:prstGeom prst="rect">
              <a:avLst/>
            </a:prstGeom>
            <a:solidFill>
              <a:schemeClr val="accent3">
                <a:lumMod val="20000"/>
                <a:lumOff val="80000"/>
              </a:schemeClr>
            </a:solidFill>
            <a:ln w="9525">
              <a:noFill/>
              <a:miter lim="800000"/>
              <a:headEnd/>
              <a:tailEnd/>
            </a:ln>
            <a:effectLst/>
          </p:spPr>
          <p:txBody>
            <a:bodyPr lIns="92075" tIns="46038" rIns="92075" bIns="46038">
              <a:spAutoFit/>
            </a:bodyPr>
            <a:lstStyle/>
            <a:p>
              <a:pPr algn="ctr" eaLnBrk="0" hangingPunct="0">
                <a:spcBef>
                  <a:spcPct val="50000"/>
                </a:spcBef>
              </a:pPr>
              <a:r>
                <a:rPr lang="en-US" sz="1800" b="1">
                  <a:solidFill>
                    <a:srgbClr val="000000"/>
                  </a:solidFill>
                  <a:latin typeface="Arial" charset="0"/>
                </a:rPr>
                <a:t>Closeout</a:t>
              </a:r>
            </a:p>
          </p:txBody>
        </p:sp>
        <p:sp>
          <p:nvSpPr>
            <p:cNvPr id="27" name="Line 32"/>
            <p:cNvSpPr>
              <a:spLocks noChangeShapeType="1"/>
            </p:cNvSpPr>
            <p:nvPr/>
          </p:nvSpPr>
          <p:spPr bwMode="auto">
            <a:xfrm>
              <a:off x="3657600" y="3429000"/>
              <a:ext cx="685800" cy="0"/>
            </a:xfrm>
            <a:prstGeom prst="line">
              <a:avLst/>
            </a:prstGeom>
            <a:solidFill>
              <a:schemeClr val="accent3">
                <a:lumMod val="20000"/>
                <a:lumOff val="80000"/>
              </a:schemeClr>
            </a:solidFill>
            <a:ln w="38100">
              <a:solidFill>
                <a:schemeClr val="tx1"/>
              </a:solidFill>
              <a:round/>
              <a:headEnd type="none" w="sm" len="sm"/>
              <a:tailEnd type="stealth" w="med" len="med"/>
            </a:ln>
            <a:effectLst/>
          </p:spPr>
          <p:txBody>
            <a:bodyPr wrap="none" anchor="ctr"/>
            <a:lstStyle/>
            <a:p>
              <a:endParaRPr lang="en-US"/>
            </a:p>
          </p:txBody>
        </p:sp>
        <p:sp>
          <p:nvSpPr>
            <p:cNvPr id="30" name="Rectangle 49"/>
            <p:cNvSpPr>
              <a:spLocks noChangeArrowheads="1"/>
            </p:cNvSpPr>
            <p:nvPr/>
          </p:nvSpPr>
          <p:spPr bwMode="auto">
            <a:xfrm>
              <a:off x="3810000" y="1295400"/>
              <a:ext cx="1371600" cy="663575"/>
            </a:xfrm>
            <a:prstGeom prst="rect">
              <a:avLst/>
            </a:prstGeom>
            <a:solidFill>
              <a:srgbClr val="FFFFFF"/>
            </a:solidFill>
            <a:ln w="3175">
              <a:solidFill>
                <a:srgbClr val="000000"/>
              </a:solidFill>
              <a:miter lim="800000"/>
              <a:headEnd/>
              <a:tailEnd/>
            </a:ln>
          </p:spPr>
          <p:txBody>
            <a:bodyPr/>
            <a:lstStyle/>
            <a:p>
              <a:endParaRPr lang="en-US"/>
            </a:p>
          </p:txBody>
        </p:sp>
        <p:sp>
          <p:nvSpPr>
            <p:cNvPr id="31" name="Rectangle 50"/>
            <p:cNvSpPr>
              <a:spLocks noChangeArrowheads="1"/>
            </p:cNvSpPr>
            <p:nvPr/>
          </p:nvSpPr>
          <p:spPr bwMode="auto">
            <a:xfrm>
              <a:off x="4040188" y="1447800"/>
              <a:ext cx="930275" cy="365125"/>
            </a:xfrm>
            <a:prstGeom prst="rect">
              <a:avLst/>
            </a:prstGeom>
            <a:noFill/>
            <a:ln w="9525">
              <a:noFill/>
              <a:miter lim="800000"/>
              <a:headEnd/>
              <a:tailEnd/>
            </a:ln>
          </p:spPr>
          <p:txBody>
            <a:bodyPr wrap="none" lIns="0" tIns="0" rIns="0" bIns="0">
              <a:spAutoFit/>
            </a:bodyPr>
            <a:lstStyle/>
            <a:p>
              <a:pPr algn="ctr"/>
              <a:r>
                <a:rPr lang="en-US" sz="1200" b="1">
                  <a:solidFill>
                    <a:srgbClr val="000000"/>
                  </a:solidFill>
                  <a:latin typeface="Arial" charset="0"/>
                </a:rPr>
                <a:t>Integration</a:t>
              </a:r>
            </a:p>
            <a:p>
              <a:pPr algn="ctr"/>
              <a:r>
                <a:rPr lang="en-US" sz="1200" b="1">
                  <a:solidFill>
                    <a:srgbClr val="000000"/>
                  </a:solidFill>
                  <a:latin typeface="Arial" charset="0"/>
                </a:rPr>
                <a:t>Management</a:t>
              </a:r>
              <a:endParaRPr lang="en-US" sz="1200"/>
            </a:p>
          </p:txBody>
        </p:sp>
        <p:sp>
          <p:nvSpPr>
            <p:cNvPr id="33" name="Rectangle 55"/>
            <p:cNvSpPr>
              <a:spLocks noChangeArrowheads="1"/>
            </p:cNvSpPr>
            <p:nvPr/>
          </p:nvSpPr>
          <p:spPr bwMode="auto">
            <a:xfrm>
              <a:off x="6400800" y="1828800"/>
              <a:ext cx="1371600" cy="663575"/>
            </a:xfrm>
            <a:prstGeom prst="rect">
              <a:avLst/>
            </a:prstGeom>
            <a:solidFill>
              <a:srgbClr val="FFFFFF"/>
            </a:solidFill>
            <a:ln w="3175">
              <a:solidFill>
                <a:srgbClr val="000000"/>
              </a:solidFill>
              <a:miter lim="800000"/>
              <a:headEnd/>
              <a:tailEnd/>
            </a:ln>
          </p:spPr>
          <p:txBody>
            <a:bodyPr/>
            <a:lstStyle/>
            <a:p>
              <a:endParaRPr lang="en-US"/>
            </a:p>
          </p:txBody>
        </p:sp>
        <p:sp>
          <p:nvSpPr>
            <p:cNvPr id="34" name="Rectangle 56"/>
            <p:cNvSpPr>
              <a:spLocks noChangeArrowheads="1"/>
            </p:cNvSpPr>
            <p:nvPr/>
          </p:nvSpPr>
          <p:spPr bwMode="auto">
            <a:xfrm>
              <a:off x="6630988" y="1981200"/>
              <a:ext cx="930275" cy="365125"/>
            </a:xfrm>
            <a:prstGeom prst="rect">
              <a:avLst/>
            </a:prstGeom>
            <a:noFill/>
            <a:ln w="9525">
              <a:noFill/>
              <a:miter lim="800000"/>
              <a:headEnd/>
              <a:tailEnd/>
            </a:ln>
          </p:spPr>
          <p:txBody>
            <a:bodyPr wrap="none" lIns="0" tIns="0" rIns="0" bIns="0">
              <a:spAutoFit/>
            </a:bodyPr>
            <a:lstStyle/>
            <a:p>
              <a:pPr algn="ctr"/>
              <a:r>
                <a:rPr lang="en-US" sz="1200" b="1">
                  <a:solidFill>
                    <a:srgbClr val="000000"/>
                  </a:solidFill>
                  <a:latin typeface="Arial" charset="0"/>
                </a:rPr>
                <a:t>Scope</a:t>
              </a:r>
            </a:p>
            <a:p>
              <a:pPr algn="ctr"/>
              <a:r>
                <a:rPr lang="en-US" sz="1200" b="1">
                  <a:solidFill>
                    <a:srgbClr val="000000"/>
                  </a:solidFill>
                  <a:latin typeface="Arial" charset="0"/>
                </a:rPr>
                <a:t>Management</a:t>
              </a:r>
              <a:endParaRPr lang="en-US" sz="1200"/>
            </a:p>
          </p:txBody>
        </p:sp>
        <p:sp>
          <p:nvSpPr>
            <p:cNvPr id="36" name="Rectangle 58"/>
            <p:cNvSpPr>
              <a:spLocks noChangeArrowheads="1"/>
            </p:cNvSpPr>
            <p:nvPr/>
          </p:nvSpPr>
          <p:spPr bwMode="auto">
            <a:xfrm>
              <a:off x="1295400" y="1828800"/>
              <a:ext cx="1371600" cy="663575"/>
            </a:xfrm>
            <a:prstGeom prst="rect">
              <a:avLst/>
            </a:prstGeom>
            <a:solidFill>
              <a:srgbClr val="FFFFFF"/>
            </a:solidFill>
            <a:ln w="3175">
              <a:solidFill>
                <a:srgbClr val="000000"/>
              </a:solidFill>
              <a:miter lim="800000"/>
              <a:headEnd/>
              <a:tailEnd/>
            </a:ln>
          </p:spPr>
          <p:txBody>
            <a:bodyPr/>
            <a:lstStyle/>
            <a:p>
              <a:endParaRPr lang="en-US"/>
            </a:p>
          </p:txBody>
        </p:sp>
        <p:sp>
          <p:nvSpPr>
            <p:cNvPr id="37" name="Rectangle 59"/>
            <p:cNvSpPr>
              <a:spLocks noChangeArrowheads="1"/>
            </p:cNvSpPr>
            <p:nvPr/>
          </p:nvSpPr>
          <p:spPr bwMode="auto">
            <a:xfrm>
              <a:off x="1522413" y="1981200"/>
              <a:ext cx="938213" cy="365125"/>
            </a:xfrm>
            <a:prstGeom prst="rect">
              <a:avLst/>
            </a:prstGeom>
            <a:noFill/>
            <a:ln w="9525">
              <a:noFill/>
              <a:miter lim="800000"/>
              <a:headEnd/>
              <a:tailEnd/>
            </a:ln>
          </p:spPr>
          <p:txBody>
            <a:bodyPr wrap="none" lIns="0" tIns="0" rIns="0" bIns="0">
              <a:spAutoFit/>
            </a:bodyPr>
            <a:lstStyle/>
            <a:p>
              <a:pPr algn="ctr"/>
              <a:r>
                <a:rPr lang="en-US" sz="1200" b="1" dirty="0">
                  <a:solidFill>
                    <a:srgbClr val="000000"/>
                  </a:solidFill>
                  <a:latin typeface="Arial" charset="0"/>
                </a:rPr>
                <a:t>Procurement</a:t>
              </a:r>
            </a:p>
            <a:p>
              <a:pPr algn="ctr"/>
              <a:r>
                <a:rPr lang="en-US" sz="1200" b="1" dirty="0">
                  <a:solidFill>
                    <a:srgbClr val="000000"/>
                  </a:solidFill>
                  <a:latin typeface="Arial" charset="0"/>
                </a:rPr>
                <a:t>Management</a:t>
              </a:r>
              <a:endParaRPr lang="en-US" sz="1200" dirty="0"/>
            </a:p>
          </p:txBody>
        </p:sp>
        <p:sp>
          <p:nvSpPr>
            <p:cNvPr id="39" name="Rectangle 61"/>
            <p:cNvSpPr>
              <a:spLocks noChangeArrowheads="1"/>
            </p:cNvSpPr>
            <p:nvPr/>
          </p:nvSpPr>
          <p:spPr bwMode="auto">
            <a:xfrm>
              <a:off x="7315200" y="2895600"/>
              <a:ext cx="1371600" cy="663575"/>
            </a:xfrm>
            <a:prstGeom prst="rect">
              <a:avLst/>
            </a:prstGeom>
            <a:solidFill>
              <a:srgbClr val="FFFFFF"/>
            </a:solidFill>
            <a:ln w="3175">
              <a:solidFill>
                <a:srgbClr val="000000"/>
              </a:solidFill>
              <a:miter lim="800000"/>
              <a:headEnd/>
              <a:tailEnd/>
            </a:ln>
          </p:spPr>
          <p:txBody>
            <a:bodyPr/>
            <a:lstStyle/>
            <a:p>
              <a:endParaRPr lang="en-US"/>
            </a:p>
          </p:txBody>
        </p:sp>
        <p:sp>
          <p:nvSpPr>
            <p:cNvPr id="40" name="Rectangle 62"/>
            <p:cNvSpPr>
              <a:spLocks noChangeArrowheads="1"/>
            </p:cNvSpPr>
            <p:nvPr/>
          </p:nvSpPr>
          <p:spPr bwMode="auto">
            <a:xfrm>
              <a:off x="7545388" y="3048000"/>
              <a:ext cx="930275" cy="365125"/>
            </a:xfrm>
            <a:prstGeom prst="rect">
              <a:avLst/>
            </a:prstGeom>
            <a:noFill/>
            <a:ln w="9525">
              <a:noFill/>
              <a:miter lim="800000"/>
              <a:headEnd/>
              <a:tailEnd/>
            </a:ln>
          </p:spPr>
          <p:txBody>
            <a:bodyPr wrap="none" lIns="0" tIns="0" rIns="0" bIns="0">
              <a:spAutoFit/>
            </a:bodyPr>
            <a:lstStyle/>
            <a:p>
              <a:pPr algn="ctr"/>
              <a:r>
                <a:rPr lang="en-US" sz="1200" b="1">
                  <a:solidFill>
                    <a:srgbClr val="000000"/>
                  </a:solidFill>
                  <a:latin typeface="Arial" charset="0"/>
                </a:rPr>
                <a:t>Time</a:t>
              </a:r>
            </a:p>
            <a:p>
              <a:pPr algn="ctr"/>
              <a:r>
                <a:rPr lang="en-US" sz="1200" b="1">
                  <a:solidFill>
                    <a:srgbClr val="000000"/>
                  </a:solidFill>
                  <a:latin typeface="Arial" charset="0"/>
                </a:rPr>
                <a:t>Management</a:t>
              </a:r>
              <a:endParaRPr lang="en-US" sz="1200"/>
            </a:p>
          </p:txBody>
        </p:sp>
        <p:sp>
          <p:nvSpPr>
            <p:cNvPr id="42" name="Rectangle 64"/>
            <p:cNvSpPr>
              <a:spLocks noChangeArrowheads="1"/>
            </p:cNvSpPr>
            <p:nvPr/>
          </p:nvSpPr>
          <p:spPr bwMode="auto">
            <a:xfrm>
              <a:off x="381000" y="3048000"/>
              <a:ext cx="1371600" cy="663575"/>
            </a:xfrm>
            <a:prstGeom prst="rect">
              <a:avLst/>
            </a:prstGeom>
            <a:solidFill>
              <a:srgbClr val="FFFFFF"/>
            </a:solidFill>
            <a:ln w="3175">
              <a:solidFill>
                <a:srgbClr val="000000"/>
              </a:solidFill>
              <a:miter lim="800000"/>
              <a:headEnd/>
              <a:tailEnd/>
            </a:ln>
          </p:spPr>
          <p:txBody>
            <a:bodyPr/>
            <a:lstStyle/>
            <a:p>
              <a:endParaRPr lang="en-US"/>
            </a:p>
          </p:txBody>
        </p:sp>
        <p:sp>
          <p:nvSpPr>
            <p:cNvPr id="43" name="Rectangle 65"/>
            <p:cNvSpPr>
              <a:spLocks noChangeArrowheads="1"/>
            </p:cNvSpPr>
            <p:nvPr/>
          </p:nvSpPr>
          <p:spPr bwMode="auto">
            <a:xfrm>
              <a:off x="611188" y="3200400"/>
              <a:ext cx="930275" cy="365125"/>
            </a:xfrm>
            <a:prstGeom prst="rect">
              <a:avLst/>
            </a:prstGeom>
            <a:noFill/>
            <a:ln w="9525">
              <a:noFill/>
              <a:miter lim="800000"/>
              <a:headEnd/>
              <a:tailEnd/>
            </a:ln>
          </p:spPr>
          <p:txBody>
            <a:bodyPr wrap="none" lIns="0" tIns="0" rIns="0" bIns="0">
              <a:spAutoFit/>
            </a:bodyPr>
            <a:lstStyle/>
            <a:p>
              <a:pPr algn="ctr"/>
              <a:r>
                <a:rPr lang="en-US" sz="1200" b="1" dirty="0">
                  <a:solidFill>
                    <a:srgbClr val="000000"/>
                  </a:solidFill>
                  <a:latin typeface="Arial" charset="0"/>
                </a:rPr>
                <a:t>Risk</a:t>
              </a:r>
            </a:p>
            <a:p>
              <a:pPr algn="ctr"/>
              <a:r>
                <a:rPr lang="en-US" sz="1200" b="1" dirty="0">
                  <a:solidFill>
                    <a:srgbClr val="000000"/>
                  </a:solidFill>
                  <a:latin typeface="Arial" charset="0"/>
                </a:rPr>
                <a:t>Management</a:t>
              </a:r>
              <a:endParaRPr lang="en-US" sz="1200" dirty="0"/>
            </a:p>
          </p:txBody>
        </p:sp>
        <p:sp>
          <p:nvSpPr>
            <p:cNvPr id="45" name="Rectangle 67"/>
            <p:cNvSpPr>
              <a:spLocks noChangeArrowheads="1"/>
            </p:cNvSpPr>
            <p:nvPr/>
          </p:nvSpPr>
          <p:spPr bwMode="auto">
            <a:xfrm>
              <a:off x="7315200" y="4495800"/>
              <a:ext cx="1371600" cy="663575"/>
            </a:xfrm>
            <a:prstGeom prst="rect">
              <a:avLst/>
            </a:prstGeom>
            <a:solidFill>
              <a:srgbClr val="FFFFFF"/>
            </a:solidFill>
            <a:ln w="3175">
              <a:solidFill>
                <a:srgbClr val="000000"/>
              </a:solidFill>
              <a:miter lim="800000"/>
              <a:headEnd/>
              <a:tailEnd/>
            </a:ln>
          </p:spPr>
          <p:txBody>
            <a:bodyPr/>
            <a:lstStyle/>
            <a:p>
              <a:endParaRPr lang="en-US"/>
            </a:p>
          </p:txBody>
        </p:sp>
        <p:sp>
          <p:nvSpPr>
            <p:cNvPr id="46" name="Rectangle 68"/>
            <p:cNvSpPr>
              <a:spLocks noChangeArrowheads="1"/>
            </p:cNvSpPr>
            <p:nvPr/>
          </p:nvSpPr>
          <p:spPr bwMode="auto">
            <a:xfrm>
              <a:off x="7545388" y="4648200"/>
              <a:ext cx="930275" cy="365125"/>
            </a:xfrm>
            <a:prstGeom prst="rect">
              <a:avLst/>
            </a:prstGeom>
            <a:noFill/>
            <a:ln w="9525">
              <a:noFill/>
              <a:miter lim="800000"/>
              <a:headEnd/>
              <a:tailEnd/>
            </a:ln>
          </p:spPr>
          <p:txBody>
            <a:bodyPr wrap="none" lIns="0" tIns="0" rIns="0" bIns="0">
              <a:spAutoFit/>
            </a:bodyPr>
            <a:lstStyle/>
            <a:p>
              <a:pPr algn="ctr"/>
              <a:r>
                <a:rPr lang="en-US" sz="1200" b="1">
                  <a:solidFill>
                    <a:srgbClr val="000000"/>
                  </a:solidFill>
                  <a:latin typeface="Arial" charset="0"/>
                </a:rPr>
                <a:t>Cost</a:t>
              </a:r>
            </a:p>
            <a:p>
              <a:pPr algn="ctr"/>
              <a:r>
                <a:rPr lang="en-US" sz="1200" b="1">
                  <a:solidFill>
                    <a:srgbClr val="000000"/>
                  </a:solidFill>
                  <a:latin typeface="Arial" charset="0"/>
                </a:rPr>
                <a:t>Management</a:t>
              </a:r>
              <a:endParaRPr lang="en-US" sz="1200"/>
            </a:p>
          </p:txBody>
        </p:sp>
        <p:sp>
          <p:nvSpPr>
            <p:cNvPr id="48" name="Rectangle 70"/>
            <p:cNvSpPr>
              <a:spLocks noChangeArrowheads="1"/>
            </p:cNvSpPr>
            <p:nvPr/>
          </p:nvSpPr>
          <p:spPr bwMode="auto">
            <a:xfrm>
              <a:off x="381000" y="4495800"/>
              <a:ext cx="1371600" cy="663575"/>
            </a:xfrm>
            <a:prstGeom prst="rect">
              <a:avLst/>
            </a:prstGeom>
            <a:solidFill>
              <a:srgbClr val="FFFFFF"/>
            </a:solidFill>
            <a:ln w="3175">
              <a:solidFill>
                <a:srgbClr val="000000"/>
              </a:solidFill>
              <a:miter lim="800000"/>
              <a:headEnd/>
              <a:tailEnd/>
            </a:ln>
          </p:spPr>
          <p:txBody>
            <a:bodyPr/>
            <a:lstStyle/>
            <a:p>
              <a:endParaRPr lang="en-US"/>
            </a:p>
          </p:txBody>
        </p:sp>
        <p:sp>
          <p:nvSpPr>
            <p:cNvPr id="49" name="Rectangle 71"/>
            <p:cNvSpPr>
              <a:spLocks noChangeArrowheads="1"/>
            </p:cNvSpPr>
            <p:nvPr/>
          </p:nvSpPr>
          <p:spPr bwMode="auto">
            <a:xfrm>
              <a:off x="460375" y="4648200"/>
              <a:ext cx="1236663" cy="365125"/>
            </a:xfrm>
            <a:prstGeom prst="rect">
              <a:avLst/>
            </a:prstGeom>
            <a:noFill/>
            <a:ln w="9525">
              <a:noFill/>
              <a:miter lim="800000"/>
              <a:headEnd/>
              <a:tailEnd/>
            </a:ln>
          </p:spPr>
          <p:txBody>
            <a:bodyPr wrap="none" lIns="0" tIns="0" rIns="0" bIns="0">
              <a:spAutoFit/>
            </a:bodyPr>
            <a:lstStyle/>
            <a:p>
              <a:pPr algn="ctr"/>
              <a:r>
                <a:rPr lang="en-US" sz="1200" b="1">
                  <a:solidFill>
                    <a:srgbClr val="000000"/>
                  </a:solidFill>
                  <a:latin typeface="Arial" charset="0"/>
                </a:rPr>
                <a:t>Communications</a:t>
              </a:r>
            </a:p>
            <a:p>
              <a:pPr algn="ctr"/>
              <a:r>
                <a:rPr lang="en-US" sz="1200" b="1">
                  <a:solidFill>
                    <a:srgbClr val="000000"/>
                  </a:solidFill>
                  <a:latin typeface="Arial" charset="0"/>
                </a:rPr>
                <a:t>Management</a:t>
              </a:r>
              <a:endParaRPr lang="en-US" sz="1200"/>
            </a:p>
          </p:txBody>
        </p:sp>
        <p:sp>
          <p:nvSpPr>
            <p:cNvPr id="51" name="Rectangle 73"/>
            <p:cNvSpPr>
              <a:spLocks noChangeArrowheads="1"/>
            </p:cNvSpPr>
            <p:nvPr/>
          </p:nvSpPr>
          <p:spPr bwMode="auto">
            <a:xfrm>
              <a:off x="1295400" y="5791200"/>
              <a:ext cx="1371600" cy="663575"/>
            </a:xfrm>
            <a:prstGeom prst="rect">
              <a:avLst/>
            </a:prstGeom>
            <a:solidFill>
              <a:srgbClr val="FFFFFF"/>
            </a:solidFill>
            <a:ln w="3175">
              <a:solidFill>
                <a:srgbClr val="000000"/>
              </a:solidFill>
              <a:miter lim="800000"/>
              <a:headEnd/>
              <a:tailEnd/>
            </a:ln>
          </p:spPr>
          <p:txBody>
            <a:bodyPr/>
            <a:lstStyle/>
            <a:p>
              <a:endParaRPr lang="en-US"/>
            </a:p>
          </p:txBody>
        </p:sp>
        <p:sp>
          <p:nvSpPr>
            <p:cNvPr id="52" name="Rectangle 74"/>
            <p:cNvSpPr>
              <a:spLocks noChangeArrowheads="1"/>
            </p:cNvSpPr>
            <p:nvPr/>
          </p:nvSpPr>
          <p:spPr bwMode="auto">
            <a:xfrm>
              <a:off x="1368425" y="5943600"/>
              <a:ext cx="1250950" cy="365125"/>
            </a:xfrm>
            <a:prstGeom prst="rect">
              <a:avLst/>
            </a:prstGeom>
            <a:noFill/>
            <a:ln w="9525">
              <a:noFill/>
              <a:miter lim="800000"/>
              <a:headEnd/>
              <a:tailEnd/>
            </a:ln>
          </p:spPr>
          <p:txBody>
            <a:bodyPr wrap="none" lIns="0" tIns="0" rIns="0" bIns="0">
              <a:spAutoFit/>
            </a:bodyPr>
            <a:lstStyle/>
            <a:p>
              <a:pPr algn="ctr"/>
              <a:r>
                <a:rPr lang="en-US" sz="1200" b="1">
                  <a:solidFill>
                    <a:srgbClr val="000000"/>
                  </a:solidFill>
                  <a:latin typeface="Arial" charset="0"/>
                </a:rPr>
                <a:t>Human Resource</a:t>
              </a:r>
            </a:p>
            <a:p>
              <a:pPr algn="ctr"/>
              <a:r>
                <a:rPr lang="en-US" sz="1200" b="1">
                  <a:solidFill>
                    <a:srgbClr val="000000"/>
                  </a:solidFill>
                  <a:latin typeface="Arial" charset="0"/>
                </a:rPr>
                <a:t>Management</a:t>
              </a:r>
              <a:endParaRPr lang="en-US" sz="1200"/>
            </a:p>
          </p:txBody>
        </p:sp>
        <p:sp>
          <p:nvSpPr>
            <p:cNvPr id="54" name="Rectangle 76"/>
            <p:cNvSpPr>
              <a:spLocks noChangeArrowheads="1"/>
            </p:cNvSpPr>
            <p:nvPr/>
          </p:nvSpPr>
          <p:spPr bwMode="auto">
            <a:xfrm>
              <a:off x="6400800" y="5791200"/>
              <a:ext cx="1371600" cy="663575"/>
            </a:xfrm>
            <a:prstGeom prst="rect">
              <a:avLst/>
            </a:prstGeom>
            <a:solidFill>
              <a:srgbClr val="FFFFFF"/>
            </a:solidFill>
            <a:ln w="3175">
              <a:solidFill>
                <a:srgbClr val="000000"/>
              </a:solidFill>
              <a:miter lim="800000"/>
              <a:headEnd/>
              <a:tailEnd/>
            </a:ln>
          </p:spPr>
          <p:txBody>
            <a:bodyPr/>
            <a:lstStyle/>
            <a:p>
              <a:endParaRPr lang="en-US"/>
            </a:p>
          </p:txBody>
        </p:sp>
        <p:sp>
          <p:nvSpPr>
            <p:cNvPr id="55" name="Rectangle 77"/>
            <p:cNvSpPr>
              <a:spLocks noChangeArrowheads="1"/>
            </p:cNvSpPr>
            <p:nvPr/>
          </p:nvSpPr>
          <p:spPr bwMode="auto">
            <a:xfrm>
              <a:off x="6630988" y="5943600"/>
              <a:ext cx="930275" cy="365125"/>
            </a:xfrm>
            <a:prstGeom prst="rect">
              <a:avLst/>
            </a:prstGeom>
            <a:noFill/>
            <a:ln w="9525">
              <a:noFill/>
              <a:miter lim="800000"/>
              <a:headEnd/>
              <a:tailEnd/>
            </a:ln>
          </p:spPr>
          <p:txBody>
            <a:bodyPr wrap="none" lIns="0" tIns="0" rIns="0" bIns="0">
              <a:spAutoFit/>
            </a:bodyPr>
            <a:lstStyle/>
            <a:p>
              <a:pPr algn="ctr"/>
              <a:r>
                <a:rPr lang="en-US" sz="1200" b="1">
                  <a:solidFill>
                    <a:srgbClr val="000000"/>
                  </a:solidFill>
                  <a:latin typeface="Arial" charset="0"/>
                </a:rPr>
                <a:t>Quality</a:t>
              </a:r>
            </a:p>
            <a:p>
              <a:pPr algn="ctr"/>
              <a:r>
                <a:rPr lang="en-US" sz="1200" b="1">
                  <a:solidFill>
                    <a:srgbClr val="000000"/>
                  </a:solidFill>
                  <a:latin typeface="Arial" charset="0"/>
                </a:rPr>
                <a:t>Management</a:t>
              </a:r>
              <a:endParaRPr lang="en-US" sz="1200"/>
            </a:p>
          </p:txBody>
        </p:sp>
      </p:grpSp>
      <p:sp>
        <p:nvSpPr>
          <p:cNvPr id="56" name="Rectangle 78"/>
          <p:cNvSpPr>
            <a:spLocks noChangeArrowheads="1"/>
          </p:cNvSpPr>
          <p:nvPr/>
        </p:nvSpPr>
        <p:spPr bwMode="auto">
          <a:xfrm>
            <a:off x="3505200" y="6400800"/>
            <a:ext cx="2011363" cy="396875"/>
          </a:xfrm>
          <a:prstGeom prst="rect">
            <a:avLst/>
          </a:prstGeom>
          <a:noFill/>
          <a:ln w="12700">
            <a:noFill/>
            <a:miter lim="800000"/>
            <a:headEnd type="none" w="sm" len="sm"/>
            <a:tailEnd type="none" w="sm" len="sm"/>
          </a:ln>
          <a:effectLst/>
        </p:spPr>
        <p:txBody>
          <a:bodyPr wrap="none">
            <a:spAutoFit/>
          </a:bodyPr>
          <a:lstStyle/>
          <a:p>
            <a:r>
              <a:rPr lang="en-US" sz="2000"/>
              <a:t>Knowledge Areas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800" dirty="0">
                <a:effectLst/>
              </a:rPr>
              <a:t>Fr</a:t>
            </a:r>
            <a:r>
              <a:rPr lang="hu-HU" sz="3800" dirty="0"/>
              <a:t>a</a:t>
            </a:r>
            <a:r>
              <a:rPr lang="en-US" sz="3800" dirty="0" err="1"/>
              <a:t>mework</a:t>
            </a:r>
            <a:r>
              <a:rPr lang="en-US" sz="3800" dirty="0"/>
              <a:t> </a:t>
            </a:r>
            <a:r>
              <a:rPr lang="ro-RO" sz="3800" dirty="0">
                <a:effectLst/>
              </a:rPr>
              <a:t>M</a:t>
            </a:r>
            <a:r>
              <a:rPr lang="hu-HU" sz="3800" dirty="0"/>
              <a:t>a</a:t>
            </a:r>
            <a:r>
              <a:rPr lang="en-US" sz="3800" dirty="0"/>
              <a:t>n</a:t>
            </a:r>
            <a:r>
              <a:rPr lang="hu-HU" sz="3800" dirty="0"/>
              <a:t>a</a:t>
            </a:r>
            <a:r>
              <a:rPr lang="en-US" sz="3800" dirty="0" err="1"/>
              <a:t>jemen</a:t>
            </a:r>
            <a:r>
              <a:rPr lang="en-US" sz="3800" dirty="0"/>
              <a:t> </a:t>
            </a:r>
            <a:r>
              <a:rPr lang="en-US" sz="3800" dirty="0" err="1"/>
              <a:t>Proyek</a:t>
            </a:r>
            <a:endParaRPr lang="ro-RO" sz="3800" dirty="0"/>
          </a:p>
        </p:txBody>
      </p:sp>
      <p:sp>
        <p:nvSpPr>
          <p:cNvPr id="3" name="Content Placeholder 2"/>
          <p:cNvSpPr>
            <a:spLocks noGrp="1"/>
          </p:cNvSpPr>
          <p:nvPr>
            <p:ph idx="1"/>
          </p:nvPr>
        </p:nvSpPr>
        <p:spPr>
          <a:xfrm>
            <a:off x="779462" y="1882588"/>
            <a:ext cx="7923509" cy="4749066"/>
          </a:xfrm>
        </p:spPr>
        <p:txBody>
          <a:bodyPr>
            <a:normAutofit/>
          </a:bodyPr>
          <a:lstStyle/>
          <a:p>
            <a:pPr>
              <a:buNone/>
            </a:pPr>
            <a:endParaRPr lang="en-US" dirty="0"/>
          </a:p>
        </p:txBody>
      </p:sp>
      <p:pic>
        <p:nvPicPr>
          <p:cNvPr id="31746" name="Picture 2" descr="Related image"/>
          <p:cNvPicPr>
            <a:picLocks noChangeAspect="1" noChangeArrowheads="1"/>
          </p:cNvPicPr>
          <p:nvPr/>
        </p:nvPicPr>
        <p:blipFill>
          <a:blip r:embed="rId2"/>
          <a:srcRect/>
          <a:stretch>
            <a:fillRect/>
          </a:stretch>
        </p:blipFill>
        <p:spPr bwMode="auto">
          <a:xfrm>
            <a:off x="1475497" y="1566077"/>
            <a:ext cx="6754102" cy="5065577"/>
          </a:xfrm>
          <a:prstGeom prst="rect">
            <a:avLst/>
          </a:prstGeom>
          <a:noFill/>
        </p:spPr>
      </p:pic>
    </p:spTree>
    <p:extLst>
      <p:ext uri="{BB962C8B-B14F-4D97-AF65-F5344CB8AC3E}">
        <p14:creationId xmlns:p14="http://schemas.microsoft.com/office/powerpoint/2010/main" val="2023911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nodePh="1">
                                  <p:stCondLst>
                                    <p:cond delay="0"/>
                                  </p:stCondLst>
                                  <p:endCondLst>
                                    <p:cond evt="begin" delay="0">
                                      <p:tn val="10"/>
                                    </p:cond>
                                  </p:end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9808" y="464979"/>
            <a:ext cx="8013192" cy="1636776"/>
          </a:xfrm>
        </p:spPr>
        <p:txBody>
          <a:bodyPr/>
          <a:lstStyle/>
          <a:p>
            <a:r>
              <a:rPr lang="en-US" dirty="0"/>
              <a:t>Knowledge </a:t>
            </a:r>
            <a:r>
              <a:rPr lang="hu-HU" dirty="0"/>
              <a:t>a</a:t>
            </a:r>
            <a:r>
              <a:rPr lang="en-US" dirty="0"/>
              <a:t>re</a:t>
            </a:r>
            <a:r>
              <a:rPr lang="hu-HU" dirty="0"/>
              <a:t>a</a:t>
            </a:r>
            <a:r>
              <a:rPr lang="en-US" dirty="0"/>
              <a:t> </a:t>
            </a:r>
            <a:br>
              <a:rPr lang="en-US" dirty="0"/>
            </a:br>
            <a:r>
              <a:rPr lang="en-US" dirty="0"/>
              <a:t>M</a:t>
            </a:r>
            <a:r>
              <a:rPr lang="hu-HU" dirty="0"/>
              <a:t>a</a:t>
            </a:r>
            <a:r>
              <a:rPr lang="en-US" dirty="0"/>
              <a:t>n</a:t>
            </a:r>
            <a:r>
              <a:rPr lang="hu-HU" dirty="0"/>
              <a:t>a</a:t>
            </a:r>
            <a:r>
              <a:rPr lang="en-US" dirty="0" err="1"/>
              <a:t>jemen</a:t>
            </a:r>
            <a:r>
              <a:rPr lang="en-US" dirty="0"/>
              <a:t> </a:t>
            </a:r>
            <a:r>
              <a:rPr lang="en-US" dirty="0" err="1"/>
              <a:t>Proyek</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4034" name="Picture 2"/>
          <p:cNvPicPr>
            <a:picLocks noChangeAspect="1" noChangeArrowheads="1"/>
          </p:cNvPicPr>
          <p:nvPr/>
        </p:nvPicPr>
        <p:blipFill>
          <a:blip r:embed="rId2"/>
          <a:srcRect/>
          <a:stretch>
            <a:fillRect/>
          </a:stretch>
        </p:blipFill>
        <p:spPr bwMode="auto">
          <a:xfrm>
            <a:off x="204788" y="1408176"/>
            <a:ext cx="8734425" cy="5172075"/>
          </a:xfrm>
          <a:prstGeom prst="rect">
            <a:avLst/>
          </a:prstGeom>
          <a:noFill/>
          <a:ln w="9525">
            <a:no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5058" name="Picture 2"/>
          <p:cNvPicPr>
            <a:picLocks noChangeAspect="1" noChangeArrowheads="1"/>
          </p:cNvPicPr>
          <p:nvPr/>
        </p:nvPicPr>
        <p:blipFill>
          <a:blip r:embed="rId2"/>
          <a:srcRect/>
          <a:stretch>
            <a:fillRect/>
          </a:stretch>
        </p:blipFill>
        <p:spPr bwMode="auto">
          <a:xfrm>
            <a:off x="185738" y="1408176"/>
            <a:ext cx="8772525" cy="5143500"/>
          </a:xfrm>
          <a:prstGeom prst="rect">
            <a:avLst/>
          </a:prstGeom>
          <a:noFill/>
          <a:ln w="9525">
            <a:noFill/>
            <a:miter lim="800000"/>
            <a:headEnd/>
            <a:tailEnd/>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6082" name="Picture 2"/>
          <p:cNvPicPr>
            <a:picLocks noChangeAspect="1" noChangeArrowheads="1"/>
          </p:cNvPicPr>
          <p:nvPr/>
        </p:nvPicPr>
        <p:blipFill>
          <a:blip r:embed="rId2"/>
          <a:srcRect/>
          <a:stretch>
            <a:fillRect/>
          </a:stretch>
        </p:blipFill>
        <p:spPr bwMode="auto">
          <a:xfrm>
            <a:off x="0" y="1093223"/>
            <a:ext cx="9144000" cy="5116509"/>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7106" name="Picture 2"/>
          <p:cNvPicPr>
            <a:picLocks noChangeAspect="1" noChangeArrowheads="1"/>
          </p:cNvPicPr>
          <p:nvPr/>
        </p:nvPicPr>
        <p:blipFill>
          <a:blip r:embed="rId2"/>
          <a:srcRect/>
          <a:stretch>
            <a:fillRect/>
          </a:stretch>
        </p:blipFill>
        <p:spPr bwMode="auto">
          <a:xfrm>
            <a:off x="266700" y="1408176"/>
            <a:ext cx="8877300" cy="5191125"/>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8130" name="Picture 2"/>
          <p:cNvPicPr>
            <a:picLocks noChangeAspect="1" noChangeArrowheads="1"/>
          </p:cNvPicPr>
          <p:nvPr/>
        </p:nvPicPr>
        <p:blipFill>
          <a:blip r:embed="rId2"/>
          <a:srcRect/>
          <a:stretch>
            <a:fillRect/>
          </a:stretch>
        </p:blipFill>
        <p:spPr bwMode="auto">
          <a:xfrm>
            <a:off x="133350" y="1408176"/>
            <a:ext cx="9010650" cy="5172075"/>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9154" name="Picture 2"/>
          <p:cNvPicPr>
            <a:picLocks noChangeAspect="1" noChangeArrowheads="1"/>
          </p:cNvPicPr>
          <p:nvPr/>
        </p:nvPicPr>
        <p:blipFill>
          <a:blip r:embed="rId2"/>
          <a:srcRect/>
          <a:stretch>
            <a:fillRect/>
          </a:stretch>
        </p:blipFill>
        <p:spPr bwMode="auto">
          <a:xfrm>
            <a:off x="261938" y="1408176"/>
            <a:ext cx="8620125" cy="5038725"/>
          </a:xfrm>
          <a:prstGeom prst="rect">
            <a:avLst/>
          </a:prstGeom>
          <a:noFill/>
          <a:ln w="9525">
            <a:noFill/>
            <a:miter lim="800000"/>
            <a:headEnd/>
            <a:tailEnd/>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0178" name="Picture 2"/>
          <p:cNvPicPr>
            <a:picLocks noChangeAspect="1" noChangeArrowheads="1"/>
          </p:cNvPicPr>
          <p:nvPr/>
        </p:nvPicPr>
        <p:blipFill>
          <a:blip r:embed="rId2"/>
          <a:srcRect/>
          <a:stretch>
            <a:fillRect/>
          </a:stretch>
        </p:blipFill>
        <p:spPr bwMode="auto">
          <a:xfrm>
            <a:off x="104775" y="1408176"/>
            <a:ext cx="8934450" cy="5105400"/>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1202" name="Picture 2"/>
          <p:cNvPicPr>
            <a:picLocks noChangeAspect="1" noChangeArrowheads="1"/>
          </p:cNvPicPr>
          <p:nvPr/>
        </p:nvPicPr>
        <p:blipFill>
          <a:blip r:embed="rId2"/>
          <a:srcRect/>
          <a:stretch>
            <a:fillRect/>
          </a:stretch>
        </p:blipFill>
        <p:spPr bwMode="auto">
          <a:xfrm>
            <a:off x="57150" y="1266825"/>
            <a:ext cx="9029700" cy="5133975"/>
          </a:xfrm>
          <a:prstGeom prst="rect">
            <a:avLst/>
          </a:prstGeom>
          <a:noFill/>
          <a:ln w="9525">
            <a:no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2226" name="Picture 2"/>
          <p:cNvPicPr>
            <a:picLocks noChangeAspect="1" noChangeArrowheads="1"/>
          </p:cNvPicPr>
          <p:nvPr/>
        </p:nvPicPr>
        <p:blipFill>
          <a:blip r:embed="rId2"/>
          <a:srcRect/>
          <a:stretch>
            <a:fillRect/>
          </a:stretch>
        </p:blipFill>
        <p:spPr bwMode="auto">
          <a:xfrm>
            <a:off x="114300" y="1257300"/>
            <a:ext cx="8915400" cy="5143500"/>
          </a:xfrm>
          <a:prstGeom prst="rect">
            <a:avLst/>
          </a:prstGeom>
          <a:noFill/>
          <a:ln w="9525">
            <a:noFill/>
            <a:miter lim="800000"/>
            <a:headEnd/>
            <a:tailEnd/>
          </a:ln>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3250" name="Picture 2"/>
          <p:cNvPicPr>
            <a:picLocks noChangeAspect="1" noChangeArrowheads="1"/>
          </p:cNvPicPr>
          <p:nvPr/>
        </p:nvPicPr>
        <p:blipFill>
          <a:blip r:embed="rId2"/>
          <a:srcRect/>
          <a:stretch>
            <a:fillRect/>
          </a:stretch>
        </p:blipFill>
        <p:spPr bwMode="auto">
          <a:xfrm>
            <a:off x="0" y="1362075"/>
            <a:ext cx="9124950" cy="5038725"/>
          </a:xfrm>
          <a:prstGeom prst="rect">
            <a:avLst/>
          </a:prstGeom>
          <a:noFill/>
          <a:ln w="9525">
            <a:noFill/>
            <a:miter lim="800000"/>
            <a:headEnd/>
            <a:tailEnd/>
          </a:ln>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3010" name="Picture 2" descr="Related image"/>
          <p:cNvPicPr>
            <a:picLocks noChangeAspect="1" noChangeArrowheads="1"/>
          </p:cNvPicPr>
          <p:nvPr/>
        </p:nvPicPr>
        <p:blipFill>
          <a:blip r:embed="rId2"/>
          <a:srcRect/>
          <a:stretch>
            <a:fillRect/>
          </a:stretch>
        </p:blipFill>
        <p:spPr bwMode="auto">
          <a:xfrm>
            <a:off x="638175" y="-2559524"/>
            <a:ext cx="8048625" cy="10325100"/>
          </a:xfrm>
          <a:prstGeom prst="rect">
            <a:avLst/>
          </a:prstGeom>
          <a:noFill/>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590800"/>
            <a:ext cx="8229600" cy="1399032"/>
          </a:xfrm>
        </p:spPr>
        <p:txBody>
          <a:bodyPr/>
          <a:lstStyle/>
          <a:p>
            <a:r>
              <a:rPr lang="en-US" dirty="0"/>
              <a:t>Thank You for Listening!</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Verve">
  <a:themeElements>
    <a:clrScheme name="Verve">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Ver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Verve">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0800" dist="38100" dir="14700000" algn="t" rotWithShape="0">
              <a:srgbClr val="000000">
                <a:alpha val="60000"/>
              </a:srgbClr>
            </a:outerShdw>
          </a:effectLst>
          <a:scene3d>
            <a:camera prst="orthographicFront" fov="0">
              <a:rot lat="0" lon="0" rev="0"/>
            </a:camera>
            <a:lightRig rig="contrasting" dir="t">
              <a:rot lat="0" lon="0" rev="3600000"/>
            </a:lightRig>
          </a:scene3d>
          <a:sp3d prstMaterial="plastic">
            <a:bevelT w="127000" h="38200" prst="relaxedInset"/>
            <a:contourClr>
              <a:schemeClr val="phClr"/>
            </a:contourClr>
          </a:sp3d>
        </a:effectStyle>
      </a:effectStyleLst>
      <a:bgFillStyleLst>
        <a:solidFill>
          <a:schemeClr val="phClr"/>
        </a:solidFill>
        <a:gradFill rotWithShape="1">
          <a:gsLst>
            <a:gs pos="0">
              <a:schemeClr val="phClr">
                <a:shade val="48000"/>
                <a:satMod val="230000"/>
              </a:schemeClr>
            </a:gs>
            <a:gs pos="60000">
              <a:schemeClr val="phClr">
                <a:shade val="92000"/>
                <a:satMod val="230000"/>
              </a:schemeClr>
            </a:gs>
            <a:gs pos="100000">
              <a:schemeClr val="phClr">
                <a:tint val="85000"/>
                <a:satMod val="400000"/>
              </a:schemeClr>
            </a:gs>
          </a:gsLst>
          <a:lin ang="5400000" scaled="0"/>
        </a:gradFill>
        <a:blipFill>
          <a:blip xmlns:r="http://schemas.openxmlformats.org/officeDocument/2006/relationships" r:embed="rId1">
            <a:duotone>
              <a:schemeClr val="phClr">
                <a:shade val="1200"/>
                <a:satMod val="150000"/>
              </a:schemeClr>
              <a:schemeClr val="phClr">
                <a:tint val="90000"/>
                <a:satMod val="150000"/>
              </a:schemeClr>
            </a:duotone>
          </a:blip>
          <a:tile tx="0" ty="0" sx="70000" sy="7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Verve</Template>
  <TotalTime>573</TotalTime>
  <Words>728</Words>
  <Application>Microsoft Office PowerPoint</Application>
  <PresentationFormat>On-screen Show (4:3)</PresentationFormat>
  <Paragraphs>139</Paragraphs>
  <Slides>40</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40</vt:i4>
      </vt:variant>
    </vt:vector>
  </HeadingPairs>
  <TitlesOfParts>
    <vt:vector size="46" baseType="lpstr">
      <vt:lpstr>Arial</vt:lpstr>
      <vt:lpstr>Century Gothic</vt:lpstr>
      <vt:lpstr>Verdana</vt:lpstr>
      <vt:lpstr>Wingdings 2</vt:lpstr>
      <vt:lpstr>Verve</vt:lpstr>
      <vt:lpstr>VISIO</vt:lpstr>
      <vt:lpstr>Manajemen Proyek SI</vt:lpstr>
      <vt:lpstr>Pendahuluan</vt:lpstr>
      <vt:lpstr>Pendahuluan</vt:lpstr>
      <vt:lpstr>Project Life Cycle</vt:lpstr>
      <vt:lpstr>Generic Project Life Cycle Structure</vt:lpstr>
      <vt:lpstr>Project Management Process Groups</vt:lpstr>
      <vt:lpstr>Process Groups Interact in a Phase or Project</vt:lpstr>
      <vt:lpstr>Project Management Process Interactions</vt:lpstr>
      <vt:lpstr>PowerPoint Presentation</vt:lpstr>
      <vt:lpstr>Project Initiation</vt:lpstr>
      <vt:lpstr>Project Initiation(2)</vt:lpstr>
      <vt:lpstr>Project Planning</vt:lpstr>
      <vt:lpstr>Project Planning</vt:lpstr>
      <vt:lpstr>Project Execution</vt:lpstr>
      <vt:lpstr>Project Execution</vt:lpstr>
      <vt:lpstr>Project Controlling</vt:lpstr>
      <vt:lpstr>Project Controlling</vt:lpstr>
      <vt:lpstr>Project Closure</vt:lpstr>
      <vt:lpstr>Project Closure</vt:lpstr>
      <vt:lpstr>Why Do Project Fail?</vt:lpstr>
      <vt:lpstr>Project Failure</vt:lpstr>
      <vt:lpstr>Project Failure</vt:lpstr>
      <vt:lpstr>Project Failure</vt:lpstr>
      <vt:lpstr>Project Failure</vt:lpstr>
      <vt:lpstr>Successful Project</vt:lpstr>
      <vt:lpstr>Project Management Process dan PMBOK</vt:lpstr>
      <vt:lpstr>Framework Manajemen Proyek</vt:lpstr>
      <vt:lpstr>Knowledge area  Manajemen Proyek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for Listening!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Manajemen Proyek SI</dc:title>
  <dc:creator>User</dc:creator>
  <cp:lastModifiedBy>Free License UNTAN637</cp:lastModifiedBy>
  <cp:revision>11</cp:revision>
  <dcterms:created xsi:type="dcterms:W3CDTF">2018-03-06T05:05:12Z</dcterms:created>
  <dcterms:modified xsi:type="dcterms:W3CDTF">2023-08-29T05:02:52Z</dcterms:modified>
</cp:coreProperties>
</file>